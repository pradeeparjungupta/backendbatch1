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4:01:48.3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1865 5932 14437,'36'-12'1019,"4"4"1,3 2-880,-8 3 0,1 1-1490,17-3 1,7-1 1501,-16 1 1,4-1 0,2-1-1,-1 1-433,1-1 0,-2 1 0,3-1 0,6-1 309,-5 1 0,4 0 0,4-1 0,2-1 0,0 1 0,0 0 0,-4 0-244,4 0 0,-1 0 0,-1 1 1,-1 0-1,1-1 0,0 1 222,1-1 1,-1 0-1,0 0 1,1 1 0,0-1-1,1 1-212,-8 1 1,2-1 0,0 1 0,0 0 0,-1 1 0,0-1 0,-1 0 208,3 1 1,-2-1 0,0 1 0,0-1 0,1 1 0,2-1-95,1 1 1,2-1 0,1 1-1,1-1 1,1 0 0,0 1-1,2-1 79,-9 1 1,2 1 0,1-1 0,0 0 0,1 0 0,-1 1 0,0-1 0,-1 1 0,-2 0-65,1 0 0,-1 0 0,-1 0 0,0 0 0,-1 0 0,0 0 0,-1 1 0,1-1 31,5 0 0,0 0 1,-1 0-1,0 1 0,0-1 1,-2 1-1,0 0-223,3-1 0,0 1 0,-1 1 0,-1-1 1,-2 1-1,-2-1-987,11 1 0,-3-1 0,-1 1 1,1 0 1254,-10 1 0,2-1 0,-1 0 0,-2 1 0,-4-1 0,8 1 0,-5-1 0,-6 1 0,-7 0 0,0 1 0</inkml:trace>
  <inkml:trace contextRef="#ctx0" brushRef="#br0" timeOffset="1198">2076 7253 11234,'-9'-4'-392,"1"1"683,11 3 336,4 1-27,11 0-320,3 1 226,11 0 1,6-1-1013,2 0 1,4-1 682,3-1 0,5-1 1,2 0-623,-7 0 1,0-1 0,2 0-1,1 0 509,10-2 1,1-1-1,3 0 1,0 0-464,-5 1 0,0-1 1,2 1-1,1-1 0,1 0 402,-6 1 1,1 0 0,1-1 0,1 1 0,-2 0 0,-2 0-290,3-1 1,-3 1 0,0 0 0,1 0 0,5 0 256,-10 1 0,4 0 0,3 0 1,0-1-1,1 1 0,-2 0 1,-1 0-1,-3 1-193,12-1 0,-5 0 0,-1 1 1,2 0-1,3-1-73,-12 1 0,2 1 1,1-1-1,2 0 0,-1 0 1,0 1-1,-1 0 0,-3 0 276,8 1 1,-1 0 0,-1 1 0,-2 0 0,-4-1 0,-3 1 0,16 0 0,-8-1 0,-1 2 0,-10 0 0,1 1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3:33:08.2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2773 2232 23534,'-6'-38'301,"0"0"0,-2-14-254,7 75-30,5 25-100,-2-14 0,1 3-797,1 6 1,0 3 5,-1 3 0,1 1-897,0 0 1,1-1 1775,0 0 0,0-4 1,1 6-1,0-13 0</inkml:trace>
  <inkml:trace contextRef="#ctx0" brushRef="#br0" timeOffset="307">2733 2324 17406,'-9'-47'1076,"1"1"0,-1-1 0,-2-15 0,5 7-425,17 6 188,15 13 362,18 11-767,-13 16 1,2 4-253,26 4-1368,-3 13 1,1 6 1275,-14-1 1,-1 4-102,-2-2 1,2 3-1,-3 1-138,3 8 0,-6 3-123,-7-1 0,-9 3 55,-11-1 1,-10 1-29,-11 0 1,-8-1 295,-10 1 0,-7-3-239,-7 0 1,-3-3 422,-4-1 1,0-3-13,2-5 1,0-3-220,7-5 1,1-3-1448,-16-7-4663,27-15 6030,24-7 0,8 4 0,5 5 0</inkml:trace>
  <inkml:trace contextRef="#ctx0" brushRef="#br0" timeOffset="972">3886 2212 19591,'6'-3'6845,"-2"0"-5968,-4 3 1509,0 0-1852,-64-44-1004,33 35 105,-12-10 0,-2 6 369,2 35 947,-4 13-165,2 7-124,11 0-3415,15 5 2779,14-19-625,23 4 107,-2-24 405,36-3-453,-25-10 168,34-12 276,-24-6 495,4-9 387,-15-2 389,-13-3-11,-10 5 1556,-4 7-2720,-3 12 0,1 9 0,1 6 0,-1 2 0,-6 25-2849,-1 6 2990,-1 10-1229,6-12 0,2-1 1134,3 2 90,9 26 123,13-31-2165,16-2 859,13-15 676,9-21 448,-21-8 0,0-6 1104,-6 0 1,-2-3-932,-1-1 1,-2-2-33,-7-4 1,-5-1-31,-5 2 1,-3-1 140,0 1 0,0-3-232,-5-13 0,-1-8 0,-2 8-198,0 16 1,0-1-100,-2-12 1,-1-7-1,0 11 2659,-4 6-2816,-5-18-97,7 34-42,-2-2 55,6 21 788,1 16-382,6 21 0,3 10-40,1-3 0,2 4-109,-1-6 1,2 6 0,2 1-1,-1-2-358,6 10 1,0-1-1,1 0-386,-1-2 0,1 1 0,0-3-24,-3-6 0,1-2 0,-2-4 937,-1 2 0,-2-6 1,2 3-1,-9-13 1</inkml:trace>
  <inkml:trace contextRef="#ctx0" brushRef="#br0" timeOffset="1478">4238 2324 27285,'41'-24'357,"0"0"0,3 1 1,0 6-400,-4 13 1,2 3-3332,15-4 1,-4 0 2801,-1-1 355,-9-1 0,0 0 1347,0-7-1258,-3 2 442,12-14 587,-32 16-286,9-13-42,-29 14-466,-8-1 3220,-11 5-3248,-2 2 417,-17 9 116,-2 7-275,7 2 1,0 4 288,-18 17-259,25-14 0,5 2 566,5 12-152,16-8-4004,14-3 2618,9-9-50,24-3 120,0-11 171,12-12 332,-20-4 603,2-14 662,-10-7 21,3-16-99,-12 10-533,-9 6 393,-11 23-1016,-3 8 0,0 3 0,-5 7-573,-10 21-1050,4 12 1539,7 3 0,3 0 0,-1-3 0,11 13 0</inkml:trace>
  <inkml:trace contextRef="#ctx0" brushRef="#br0" timeOffset="2431">5343 2097 13248,'-9'-43'2529,"-1"-1"1,0 1 0,2 5-1269,2 9-213,-1-2-124,1 9-366,1 9-509,1 6-260,2 15 1190,-1 20-367,2 27-277,1-16 0,0 2-695,1 7 0,0 1 475,2 3 1,-1-1-41,2-1 1,-1-1 50,0-5 0,0-1-45,-1-7 1,-1-2-502,-5 18 605,-2-18 334,-2-15 443,0-11 159,0-16-112,-1-11-1189,2-16 141,1-12 19,5-4-3060,13-9 3128,0 20-184,10 13 0,7 4 260,14 9 399,-7 4 1,3 3-117,-5 9 0,0 5-322,12 6 0,0 3-75,-14-3 0,-1 1-122,14 8 0,-4 3-423,4 9-369,-5 10-452,-25-2 330,-32-3 809,-24-3 365,10-21 0,-3-2-390,-4-2 0,0-3 108,-1-1 1,0-4-163,4-4 1,1-3 2102,-21-11-6016,22-16 4221,24-13 1,7 19 0,10 0 0</inkml:trace>
  <inkml:trace contextRef="#ctx0" brushRef="#br0" timeOffset="3116">6272 2169 23097,'12'-2'4551,"-3"1"-3189,-9 1-1144,0 0 316,-64-4-211,32 10 37,-10-4 1,0 3 488,8 16 263,5 2-1112,9 3 0,8-1 0,7 0 0,7-3 0,5-1 0,10-2 0,0-8-283,2-2-484,4-12 731,-11-2 756,13-11-354,-2-13-366,-5 5 0,3-6 0,-8 8 0,-6 8 0,0-1 0,-6 11 0,-1 3 0,-2 13 0,0 3 0,0 16 0,2 5 0,11 11-595,4-4-292,6-4-207,9-8 664,8-10 60,1-5 316,7-10 453,-10-19 610,-8-4 410,4-17-816,-8-15-603,-5 8 0,-9 2 0,-5-1 0,-2-10 0,-2-9 0,-3 10 0,-4 18-371,-5-6-625,3 14 124,-1 8 67,7 11 445,3 10 159,17 20-125,9 11 89,8 6 219,-11-15 1,3 0 47,3 2 0,3 2-97,6 8 1,0 2-127,-9-8 0,-5 1-249,-6 0 0,-10-3-1187,-36 9 1502,-6-10-105,-13-4 496,12-15 0,1-3 1,5 0-1,-19 1 0</inkml:trace>
  <inkml:trace contextRef="#ctx0" brushRef="#br0" timeOffset="3543">7074 2072 27725,'-4'-3'1397,"0"2"77,4 1-601,-31 49-188,39-26-949,-6 10 1,5-2-292,45-14 795,10-5-203,-20-9 486,-9-9 369,13-28-889,-19 3-3,7-12 0,-25 16 0,-8-4 0,-6 9 0,-13-8 0,-11 20 0,-5 10 0,-2 11 0,7 11 0,6-1 0,1 13 0,10 15 0,11 6 0,7-19 0,5 1 0,6-4 0,4-2 0,5 3 0,1-2-1669,3 0 1,0-1-1042,0-2 0,0-1 1801,0-1 0,-2-3 0,1 3 0,-5-7 0</inkml:trace>
  <inkml:trace contextRef="#ctx0" brushRef="#br0" timeOffset="3975">2292 3325 5938,'-52'8'1503,"1"1"1,-1-1-1,6-1 1,5 0 1656,-17 5-1555,98-14-943,3-3 1,7-2-1482,0 1 0,9-2 1028,-6 1 0,10-2 1,4-1-1,0 0 0,-6 2-450,-9 1 0,-5 0 0,1 1 0,8-1 289,-7 1 1,4-1 0,4 0 0,2 0-1,3 0 1,-1 0 0,1 0 0,-2 1-141,-4 0 1,0 1-1,1 0 1,0 1 0,0-1-1,0 1 1,1-1 0,0 1-1,1-1 86,2 1 1,0-1 0,1 1 0,-1-1 0,2 1 0,0 0 0,0 0 0,2-1 0,0 1-102,-5 1 1,2-1 0,0 1 0,2-1 0,0 1 0,0-1 0,0 1 0,-1 0-1,0 0 1,-1 0 0,-1 0 91,-1 1 0,0 0 1,-1 0-1,0 0 1,0 0-1,-1 1 0,-1-1 1,-1 1-1,0 0 1,-2-1-29,5 1 0,-3 0 0,-2 0 0,0 0 0,0 0 0,1 0 0,2 0 0,2 0 13,-4 1 0,2-1 0,3 1 1,1-1-1,1 1 0,0 0 1,-1-1-1,-2 1 0,-2 0 1,-3 0-1,-4 0-30,19 0 0,-9 0 0,-2 0 1,3 0-1,8 0 1,-18 0 1,5 0-1,4 0 1,3 0 0,1 0-1,0 0 1,0 0-1,-3 0 1,-3 0 0,-4 0-1,-6 0-20,19 0 1,-10 1-1,-1-1 1,7 0-98,-11-1 1,6 1 0,2-1 0,3 1 0,-1-1 0,-2 1 0,-5-1 0,-5 0-465,5-1 0,-7 1 1,-1-1-1,3 0 633,2 0 1,5-1-1,0-1 1,-4 1-1,-7 0 1,8 0-1,-8-1 1,-11 0 0,0 0-1</inkml:trace>
  <inkml:trace contextRef="#ctx0" brushRef="#br0" timeOffset="4536">8453 1942 26419,'-27'-38'-269,"-1"0"1,2 4 0,4 13 168,7 29 1633,-5 24-1214,9 2-96,-1 17 78,11-7-352,11-6-207,1-13 341,13-3 612,-9-15-633,3-1 669,-5-18 299,-3-4-559,0-6 323,-3-9 12,-5 11-292,-4-5-514,-3 11-860,-1 7-547,-5 8 1116,5 4-3719,-16 27 3214,3 6 1,2-5 0,5-8 0</inkml:trace>
  <inkml:trace contextRef="#ctx0" brushRef="#br0" timeOffset="5031">8338 2429 26216,'6'5'903,"0"-1"-1571,-6-4 1527,0 0-717,-5 31-130,9-16-429,-5 20 331,9-27-652,-5-5 1003,-2-1 945,-1-2-1070,1-3-408,-1-2 255,1-4 182,-1-7-97,-6-7-52,0 2-14,-5 0-178,0 13-312,3 4 412,-3 3 153,4 3 226,-3 2 33,5 1-10,1 2-99,2 1-55,2 3-159,0 5-116,3 2-181,1 3-142,4 0-67,0-4 107,-1-4 136,-1-5 70,-1-4 102,2-5-49,-1-2 77,4-9 0,-3-2 10,-1-6 37,-2 0-41,-2 4-469,-2 3-3339,0 7 3848,-2 2 0,1 4 0,-1 0 0</inkml:trace>
  <inkml:trace contextRef="#ctx0" brushRef="#br0" timeOffset="97267">8876 4317 14057,'-11'-54'1934,"1"0"0,-1 7 1,-5 11-1627,-19 21 44,3 16 1,-1 4-213,-6 5-2872,-8 11 0,0 5 2777,4 6-29,15-3 1,-4 7 0,6-1 273,5 5 1,3 1-323,2-1 1,-1 2-1,4-2-27,1 3 1,6-1-164,2 5 1,8-2 154,13-7 1,9-3-674,11 1 1,6-4 177,-5-6 0,4-5-9,16-7 0,1-9 280,-15-9 0,-1-4 257,10-4 1,0-3 52,-12 1 1,-1-4 184,14-15 0,-2-3 76,-20 10 0,-2 0 112,11-12 0,-2-1 98,-17 11 0,-3-1 637,3-20-550,-13 15 3132,-8 6-2695,-13 15-907,3 4 936,-12 9-1009,10 7 115,-6 13-104,4 18 806,2 3-862,11 10 22,21-6-11,-1-17-23,12-1 74,11-18 5,-15-4 151,33-14-11,-31-9 50,7-16-117,-20 6 123,-8-13 34,-14-9-135,-5-2 34,-9-7-62,4 26 107,-3 5-113,2 15-128,0 3-67,-2 11-90,7 13-314,0 14 0,5 0-1282,2 20-8067,14 12 8154,-5-14 0,5-2 1,-7-35-1</inkml:trace>
  <inkml:trace contextRef="#ctx0" brushRef="#br0" timeOffset="97984">9709 4808 20106,'3'-4'3702,"-1"0"-2324,-2 4-1244,14-50-27,6 16-54,-3-5 1,2-3-351,-1 11 1,1 2 347,9-25-7,-9 1 1,-4-1-45,-7 22 0,-1-1 2,2-23 0,0-11 0,-1 5 34,-4 7 1,-2 1 11,1 6 1,0-2-1,-3 6 154,-2 5 0,-3 8 17,-7 3-135,0 16-79,4 7 12,-1 14-34,3 12 17,-3 24-5,3 1 5,3 12-47,3-13 0,0 6 1,1 0-653,0 10 1,0 3 513,1-15 0,-1 4 0,1 1 0,0-4-103,1-1 1,2-2 0,-1-3 49,1 6 0,3-2-984,7 3 1,4-6-341,10 0-262,-5-16 0,2-6 1891,2-7 292,12-23-79,-20-8 1024,22-32-716,-20 21 801,-1-1 1,-2-1-438,-5 4 83,2-6-537,-12 13 3180,-3 5-3560,0 0-79,3-2-11,9-5-23,12-6-5,13-10 3,-15 14 0,0-3 0,7-10 0,-2-5-723,-1-9 0,-4-3 706,0-3 0,-4-2 14,-8 9 0,-4-2 0,-1 4 5,-1 3 1,-2 1 16,-5-12 1,-3 4-145,-11-1 200,-8-5 68,-1 15-1,5 13-66,6 10-74,7 9-38,4 13 1436,3 17-1409,5 28 0,-1-10 1,0 4-557,1 11 1,1 4 503,-2-15 0,-1 1 0,1 1-530,-1 1 1,0 1-1,1 0 272,-1 0 1,1-1-1,1-1-583,4 17 1,3-2-575,4-8 0,3-5-1857,2-9 0,3-5 3330,19 12 0,-15-24 0,-13-13 0</inkml:trace>
  <inkml:trace contextRef="#ctx0" brushRef="#br0" timeOffset="98774">10919 4596 13681,'0'-4'8172,"0"1"-4609,0 3-3109,-42-54-404,31 40-53,-15-15 0,9 5-36,23 23 45,9 0-6,16-2 0,0 0-6,17-7 23,-6-8 5,-2-4-5,-4-9 17,-17-7 27,-11 0 1,-9 3-28,-5 12 134,-9 8-96,3 11-21,-6 3-6,0 12-17,-3 12-17,-3 12-11,3 12-17,5 8-45,7 5-471,11-1 18,13-4-337,15-9-492,17-12 347,-17-22 0,4-3-594,6-2 0,1-3-1279,7-4 0,1-4-817,4-1 0,1-4 3533,0-2 0,1-5 1324,-11 0 1,1-3 0,-4 0 1761,1-3 0,-4-1-1846,3-2 1,-8-1 1753,-15-8-426,-20 9-1439,-6 0-236,-12 4 249,-13 9-836,8 6 902,-17 9-947,12 11-3471,-1 3 3389,9 7 0,1 3 3,-7 21-236,7-10 1,1 2 198,7-2 1,2 0-3,2 0 0,3 0-12,4-3 1,5-2-12,17 22 14,8-34 0,4-5-245,18 3 242,-3-16 1,2-6 1184,-12-4 1,0-4-1158,10-5 1,2-4 8,-3-3 0,-1-4 0,-1-4 0,-3-3 3,-1-5 0,-3-4 2,-1-7 1,-1-2-315,-13 14 0,0-1 0,-1-1 349,-1-1 0,-1 0 1,-1 0 87,6-17 1,-2 1-238,-5 6 0,-3 3 324,-5 6 1,-2 3 219,1-21-275,-9 22 826,-4 12-893,-1 19 1429,0 4-1541,-2 24 789,3 6-779,0 4 1,-1 6-9,1 5 0,-1 5-389,2-6 1,-1 4 0,0 3 151,1 0 1,0 4 0,0-1 0,1-2-485,0-1 0,0-3 0,1 3 197,0-1 1,0 4 0,1-1-1,1-6-1187,4 6 0,2-3 1575,1 10 1,0-4 0,4 1 0,-2-18 0</inkml:trace>
  <inkml:trace contextRef="#ctx0" brushRef="#br0" timeOffset="99125">12363 4817 21108,'-28'-40'1202,"-1"-1"1,1 1-1,3 6-821,9 14-207,1-1-185,9 8-73,16 3-56,20 6-68,23-2 68,-18 3 0,2 0-48,14 0 1,-1-1 148,-15 1 0,0-1-9,16-3 1,-4-2 47,-12-1 22,22-13 17,-35 10 616,20-25-179,-25 18-206,8-11 4,-22 18 236,-2 5-113,-1 2-139,-2 1-185,1 3-12,-6 2-55,-1 13 0,1-2-29,-1 20-167,10 10 27,2-6-490,4-3 1,3-1-1918,6 8-354,3 7 2924,-5-13 0,-10-21 0,-1-1 0</inkml:trace>
  <inkml:trace contextRef="#ctx0" brushRef="#br0" timeOffset="99309">13045 4259 22968,'-26'-40'584,"0"1"0,4 3 1,4 11-1453,14 20-616,26 36-158,-7-11-1869,20 28 2448,-12-14 0,-10-17 0,-1 1 0</inkml:trace>
  <inkml:trace contextRef="#ctx0" brushRef="#br0" timeOffset="99660">13564 4425 21556,'2'-3'3210,"-1"0"-2796,-1 3-347,-30 24-27,-1 13-35,7-11 1,0 2-264,4 1 0,4 0 258,-3 9 114,4 4-125,11-16 5,-1 0 73,13-12 24,5-15-63,6-6 56,15-15 67,-2-5 207,11-17-78,-13 6 51,-9-2-203,-14 17 420,-7 2-425,-6 7-28,-8-5-89,-2 6-96,-1 3-44,5 7-566,-2 9-4409,-3 22 5109,3 0 0,1 2 0,11-15 0</inkml:trace>
  <inkml:trace contextRef="#ctx0" brushRef="#br0" timeOffset="100001">14072 4519 26525,'-33'45'33,"0"2"-49,11-9-24,-7 15 40,19-30-16,-2 13 60,20-29 7,12-10-1,17-15-11,0-5 23,-9 5 0,1-1 136,2-1 1,-1 1-76,22-13-5,-13 10 0,1 4-57,6 7-66,2 0-12,-10 20-11,-24 2-515,5 22-1676,-13-1-7612,-9 16 7471,-3-17 0,-5-9 0,8-16 0</inkml:trace>
  <inkml:trace contextRef="#ctx0" brushRef="#br0" timeOffset="100816">11809 4565 10842,'0'-6'4564,"0"0"-2161,0 6 935,0 0-2750,-6-57-386,1 41-28,-3-16 0,-6 3-51,-10 28-5,-18 8-6,-6 12-56,21-2 0,0 1-11,-18 15-130,18-9 1,1 2 114,0 1 1,1 2-20,1 0 1,2 2-82,3 14 0,6-1-37,9 1-162,15-12 1,8-4-1054,30-4 126,-15-11 0,4-2-3720,8-2 1,-1-3 4295,13 1 0,-7-5 0,-43-3 1</inkml:trace>
  <inkml:trace contextRef="#ctx0" brushRef="#br0" timeOffset="101093">11772 4519 7651,'-5'-4'6441,"1"1"-2274,4 3-2862,-72-26-801,46 26-275,-17-9 1,2 7 235,18 32-106,-2 12-163,3 9-135,5-7 12,7 15-70,8-27 0,3 0-59,3 1 0,2-1-385,4 4 0,3-3-141,14 6 582,10-19 0,0-3 0,-12-5 0,28 3 0</inkml:trace>
  <inkml:trace contextRef="#ctx0" brushRef="#br0" timeOffset="102597">16410 4428 15782,'7'-44'1825,"0"-1"1,-2 4 0,-4 6-492,-18 6-1076,4 12 16,-5 4-235,9 13 34,-20 23-23,-3 11-28,8-4 1,-2 4-23,0 9 0,1 1-195,9-13 1,2 0 188,-1 10 1,7-1-1,19 0 12,16 3-1,7-17 15,3-16 0,4-7 24,21-14-5,-17 1 1,0-4 38,-11-5 1,-4-5 24,-5-3 1,-3-2 16,-7-3 1,-4-1 2,-4-1 0,-5-1-14,-5 1 0,-4 1-14,-3 2 1,-2 1 33,-20-22-1,-4 11-21,-1 11-68,5 11-67,6 11-56,6 10-168,1 26 34,8-2-281,2 4 1,3 4-1984,2 25-1144,7-19 1,4-1 3625,0-3 0,3-3 0,7 8 0,-4-20 0</inkml:trace>
  <inkml:trace contextRef="#ctx0" brushRef="#br0" timeOffset="102937">17255 4227 20436,'-20'-43'1079,"0"1"0,1 3 1,-2 13-767,-13 30-72,-5 21-154,18-1 0,1 5-1397,-1 11 1,2 4 1345,1 14 0,3 4-380,6-14 0,2 2 0,2 1 316,1 6 0,1 2 0,3 0-205,2-11 0,2 0 0,0 0 0,1 1 70,1 1 1,1 1 0,0 0 0,-1 0-474,1 1 0,1-1 0,-2 1 0,-1 0 90,-1-1 0,0 0 0,-4 1 0,-5 0-47,-8-3 0,-5 2 1,-3 0-1,-2-3 0,2-6 737,-2 4 0,0-6 0,-5-3 52,-14 6 0,-7-2 0,7-22 240,-10-44 141,28-14 1,6-8 98,7-5 1,7-4-281,2 6 0,4-4 0,2 0-122,5-5 1,4-2-1,3 1-227,-1 13 1,3 0 0,2 0 0,1 2-19,2 0 0,2 0 1,1 1-1,2 2-39,1 2 0,1 1 1,0 2-1,0 2-26,2-1 1,0 2 0,3 1-612,12-4 1,4 1 0,-1 5 715,7 0 0,-3 4 0,-2-1 0,-4 3 0,-18 12 0,1 0 0</inkml:trace>
  <inkml:trace contextRef="#ctx0" brushRef="#br0" timeOffset="106698">19608 4750 10041,'15'-50'2160,"1"0"1,0 0-1,4-7 1,-5 4-1710,-11 7 0,-6 3 512,-9-9-72,-11-6-404,-13 17-257,-14 19-598,2 16 519,1 16 1,-3 9-418,11 1 1,0 2 284,-8 4 1,1 4 2,3 5 1,4 4-9,6 7 0,6 3-252,8-4 1,3 0 242,0 0 1,9-5 22,25 6 67,19-24 56,11-10-84,-16-8 1,2-5 77,17-19 1,-1-6-110,-19 9 1,-2-1-4,11-11 1,-3-8 53,-10-14 0,-5-5-1391,-2-2 1,-1-2 1310,-2 9 1,1-3-1,-2 1 6,-4 6 0,-1 1 0,-2 4 178,1 1 0,0 3-121,0-2 0,-1 2 143,1-5 391,-2 1-481,-5 20-213,-4 13 12,-3 16 3389,-7 16-3294,-9 27-12,7-14 1,0 4-1193,-1 20 0,1 1 1184,4-17 0,1 0-16,3-2 1,2 2-1,2-2-1345,7 9 0,4-4 1305,-5-7 0,3-1-117,7 8 0,6-4-1011,3-18 1,2-5 945,18 15-104,5-21 0,0-8 261,0-11 64,-1-5 0,1-6 45,-18-1 1,-1-4 27,14-14 0,-2-4-183,-9 4 1,-3-2 182,2-8 1,-4 1-15,-13 15 0,-3 1 1635,7-30-1355,-13 24 2159,-12-1-2164,-17 15-247,-9 13-45,-3 10 336,-3 15-347,8 9 0,-4 15-11,5 10 0,17-17 0,2 1-5,-2 26 3176,9-3-3188,11-17 17,5-19 67,7-4 67,15-22-100,-10-7 11,18-24 39,-15-5-28,-12 12 0,-2-2-1630,-1-6 1,-4 0 1746,4-20-8,-6 4-30,-6 29 124,-1 11-112,-4 7-170,-1 8 46,-5 12 3344,2 4-3333,-3 23-57,5 3-11,4-8 0,2 2 26,4-7 0,3 0-331,4 3 1,3-3 338,13 3-66,0-21 0,2-3 61,4-4 5,-1-7 0,1-5 5,16-16 9,-18 3 0,0-5-577,4-17 0,-2-2 568,-11 11 1,-2-2 2,6-23 1,-5-4 8,-9 12 0,-1 0-1,3-12 1,0-3-276,-5 17 1,0-1 0,-1 2 308,1-5 1,-2 2-9,0 5 0,-3 4 805,-4 0-673,-4 24-65,-5 7-104,0 12-950,-7 25 0,1 8 939,0 9-8,0-1 0,2 3-52,9-3 0,4 2-126,4-3 0,3 4 0,1-1-77,0 2 0,2 0 0,1-1 67,0-1 0,2 0 1,2-1-869,5 1 0,1 0 0,-1-4-2266,0 0 1,-1-2-829,4 7 0,-2-2 3735,1 6 0,-17-37 0,-2-8 1</inkml:trace>
  <inkml:trace contextRef="#ctx0" brushRef="#br0" timeOffset="107180">20920 4492 19759,'-50'-38'857,"0"0"0,7 5 0,8 7-852,18 11-150,26 5 145,9 5-23,39-5-467,-22 5 1,2 1 461,12-1 0,5-2-12,-5 1 1,3 0 0,-4-1 22,-1 1 1,-2 0-7,20-6 1,-5 0 22,-8-6 11,-1 0 355,1-5-130,-31 11-68,0 0-112,-24 9 320,-33 13 38,-12 8-319,19-8 0,-1 3 218,-12 8 1,4 3-219,-3 11-75,15-10 0,4 1 6,14 14 30,13-10 95,29 9-72,7-19-29,-10-7 1,2-1 16,14-4 89,-12-9 1,-2-3-17,-1-5 112,0-8 0,0-4 186,-7-12 15,7-15-257,-22 18 394,-6 5 54,-7 3-435,1 11-164,-1-2-78,1 12-7,1 4 29,0 11 0,2 3-291,10 42-23,-1-21-1602,3 14 0,2 3 1248,0 4 1,-6-25 0,-1-2 0,-3-6-1</inkml:trace>
  <inkml:trace contextRef="#ctx0" brushRef="#br0" timeOffset="229284">2362 7007 16258,'-50'3'939,"0"-1"1,0 1 0,-21 0-1,17 1-871,42 0 223,10 2 179,29 3-268,8-1-61,7-5 0,15 0 1,6 0-1,-6-2-1426,1 0 1,-3-1 0,6 0 1309,-12 0 0,5 0 0,3 0 0,0 0 0,-1 0 0,-4-2 9,10 0 1,-3 0 0,-2-1 0,0-1-215,0 0 1,0-1 0,-1 0 0,-1-1 219,-4 1 1,0-1 0,-1-1 0,-1 0-310,11-3 1,-2-1 0,-3 0 287,6-1 0,-3-2-183,-14 0 0,-1-1 0,-5 1 135,-6 0 1,-3-1 40,8-5 0,-6-2-11,-8-10 1694,-28 0-1859,-9 7 109,-13 5 0,-8 2 111,2 4 1,-1 2 718,-6-3 1,-3 0-572,-6 2 1,-2 1 223,3 2 1,0 0-169,4 0 1,2 1-88,3 0 1,6 1 1557,7 1-1737,17 4 948,16 2-931,25 1-16,-1 2 13,14 3 1,4 3-446,-11 0 1,0 3 402,18 6 1,0 1 8,-17-3 0,-4 1-40,5 8 1,-4 4-449,-8 5 1,-6 5-858,-2 3 1,-3 1-1819,-6 2 1,-6-1 3187,-10-2 0,-4-5 0,-1-4 0,-3-2 0</inkml:trace>
  <inkml:trace contextRef="#ctx0" brushRef="#br0" timeOffset="230303">5301 7484 20772,'3'-52'500,"0"1"1,1-1 0,3 4-356,6-6 37,2 4 0,2-2-1540,-3 9 0,1-2 1397,-1 2 0,1-3 0,-1 0 22,5-15 1,-1 1-143,-2 3 0,-1 1 159,-3 6 1,-1 2 394,-3 8 1,-2 3-199,-2-17-113,-8 21-145,-6 17-1728,-15 27 1705,4 5 3,-1 8 1,2 3 416,-5 12-439,5 12 0,2 3 8,5 8-302,11-14 1,4 6-1,4-3 291,8-4 0,5-1-17,0-3 0,2 3 1,2-5-302,12 8 0,4-6 161,2-4 0,2-5-50,0-5 0,1-6 11,1-5 0,0-5 30,0-6 1,0-6 89,0-7 1,-1-5 108,0-4 1,-2-5 41,-2-5 1,-2-3 50,-3-1 0,-3-2 34,-5-1 0,-3 0 1304,-6 3 1,-4 0-1269,2-12 557,-23 4-602,-13 24 1239,-17 6-1317,-7 21-28,1 14-28,9 9 817,15 6-817,17-2-29,16-2 46,15-6 16,15-6 1,9-9 38,6-9 12,1-11 73,-7-10 72,-9-13-5,-13-9-39,-13-7-29,-12-3 135,-15-3-63,-9 4-73,-10 6-53,3 12 70,-17 2-46,3 18 48,1 2-56,0 17-75,21 10-117,-1 13-178,10 9 65,8-8-1320,18-6 0,6-2-272,7-4-2052,8-2 1,3-4 3807,10-11 0,-8-2 0,-17-5 0</inkml:trace>
  <inkml:trace contextRef="#ctx0" brushRef="#br0" timeOffset="231098">7234 6848 19878,'-53'-29'779,"1"1"1,-2 2-1,6 10-313,5 27 15,-8 11-178,8 11-144,10 9-259,20-5 1,4 1-125,3 9-321,11-7 0,4-2-104,11-8-224,3-7 1,4-1-1630,29 5 951,-15-12 0,4-3-178,-3-6 0,4-2 0,-3-2 1417,4 0 1,1-3 250,0-1 1,3-3-1,-3-1 66,2-4 0,-2-3 678,12-1 0,-1-2 480,-7-1 0,-2-1 838,-6-3 0,-5 0-832,7-7 481,-13-9-416,-29 16-682,-8-4 1362,-7 3-1773,-8 4 519,-6 7-635,-6 4 5,-10 14-3,-9 10-198,21-3 0,0 4 158,-1 1 0,2 3 110,-1 4 1,3 1 86,-5 15-5,11-5-185,24-12 56,9-13 107,24 1-106,-6-7 19,4-9 0,0-2-236,-1-3 348,4-8 1,-1-3 41,-11-2 550,9-11-362,-28 12-304,-7 9-22,-2 2-132,-1 8 44,-3 5 56,1 2-52,-4 17-37,6-9 3,0 15 38,13-10-12,21 9 23,-3-10 3,30 2-36,-26-17 1,0-3-21,21 0-146,-14-6 0,-2-3 211,12-17 9,-19 6 0,0-4 20,5-18 1,-2-2-51,-11 12 1,-1-3 24,1-13 0,1-7 0,-4 6-594,-6 11 1,-1 1 657,2-9 0,1-4 0,-4 2 244,-6-4 1,-5 3-359,-2 3 1,-3 2 156,-6 1 0,-3 7-51,-11 4 18,-1 16-96,12 24-33,1 36 5,6 0-329,7 3 1,5 7 180,4-4 0,1 1-51,1 1 0,1 5-701,-1-10 0,1 5 0,0 2 0,-2-6 917,2 15 0,-1-3 0,-2-12 0,1 1 0,-2-7 0,-1 12 0</inkml:trace>
  <inkml:trace contextRef="#ctx0" brushRef="#br0" timeOffset="232653">10621 6209 32425,'-52'21'85,"0"-1"1,12 11-1,2 6 1,6 5-538,7 8 0,7 4 1,1 1-859,-2 0 0,0 1 1,4 0 1047,4 2 1,3 1-1,4-2-11,4-13 0,3-2 0,1 1 6,2 6 0,1 2 1,5-1-244,6 0 0,5-1 0,3-4-688,-1-8 1,2-3 0,1-2-690,15 13 0,2-5 1787,1-10 0,-4-8 0,-5-4 0,-1-2 0</inkml:trace>
  <inkml:trace contextRef="#ctx0" brushRef="#br0" timeOffset="234473">11698 6915 13877,'9'-55'2117,"0"0"1,-2 10-1,-1 6-1490,0 4-481,-7 29-6,-5 29-17,-4 31-98,4-12 0,0 4-882,-1 12 1,0 3 772,3-15 0,-1 2 0,2 0-144,-1 4 0,1 1 1,0-3-538,-1 13 0,0-2 346,2-13 1,1 0 0,0-1-265,1 12 0,0-2 165,0-3 1,1-1 189,-1-6 1,-2-5-632,-7-6-530,-6-29 1270,-5-32 56,0-30 395,10 14 1,1-5 331,-1-10 0,2-3-133,3 15 0,0-2 1,0 2-91,-1-12 1,1-1 110,1 12 0,1-2 0,-1 0 309,-2-6 1,0-2 0,1 3-553,0 6 0,1 1 1,0 1-145,-1-4 0,-1-1 1,2 5 57,0 2 0,2 4 469,4-11-597,11-4-23,17 17 5,22 15-138,-15 15 0,0 3 155,-4 2 0,2 3-58,22 12 0,0 6-519,-17 0 0,-2 4 514,-2-2 0,0 3 0,-3 2 7,-1 9 1,-6 1 499,-7-1 0,-9-1-452,-11-2 0,-10-2-14,-11-1 0,-8-4-12,-12-1 1,-6-4-732,-6-2 1,-2-3 607,0-3 1,0-4-250,7-3 0,2-2-1553,12-5 1,4-2 1964,-7-3 0,22-1 0,13 2 0</inkml:trace>
  <inkml:trace contextRef="#ctx0" brushRef="#br0" timeOffset="235391">12264 6727 14948,'5'6'2601,"0"-2"-2078,-5-4 1973,0 0-1622,29 63-236,-6-46-440,2 16 0,3-5 31,17-35-139,6-9 7,4-12 29,-5-5 64,-24 7 0,-4-1-22,2-13-18,-13-8-58,-27 25-47,-3 8 123,-24 7-106,12 9-46,-10 7-10,16 17-6,12-4 28,4 17-28,10-5-28,11 23 17,-1-17-1,2-9 1,3-2 11,12 8 6,15 6-28,7-10-246,6-10 290,4-11 23,-2-16 22,-5-10-11,-9-13 62,-13-6-12,-13-4-22,-11-3 0,-10-1-11,-3 0 17,-1 1-40,2 1 268,11 5-295,8 4-40,12 8 6,11 8 11,-12 8-23,4 7 1,-4 15 16,-6 6 1,10 19-7,-9 4-4,0 7-1,-1 4-286,1-2 275,3-3 11,0-7-5,-2-11 28,-4-10 66,-5-11-4,-3-12-46,3-14-22,7-15 28,9-15-1642,-8 12 0,1-1 1636,7-13 17,-9 13 1,-3 1 244,-3-5-54,-3-14-101,-12 14 50,-9-2-2218,-3 16 2123,3 7 2314,3 7-2370,8 7-34,-1 2-5,6 6 0,3 6-1,6 11 3416,3 9-3410,12 22-5,-6-13-192,-2-9 1,2 0 157,21 10 17,-16-16 0,1 0-25,-3-2 0,-1-2-110,9 16-167,-31-2 128,-15-12-846,-28-5 1,-9-5-404,1-4 798,-14-2 0,3-3 0,30-5 0,-17-2 0</inkml:trace>
  <inkml:trace contextRef="#ctx0" brushRef="#br0" timeOffset="236756">14157 6587 22991,'-39'22'117,"0"-1"1,5 1-1,8 3-100,20 23 102,13 4-94,1-12 13,16 4 42,14-8 25,6-5 177,10-6 163,-14-18-222,-11-9 134,-3-10 27,-8-17-307,-5 3 47,-5-22-28,-17 7-25,-11-12-13,-15 2 23,-12 7-34,-2 13-50,-2 13-109,20 13 6,8 8-261,21 17-376,14 9-707,14 16-222,3-14 0,4-1 464,-1-4 0,2-2 396,9 2 0,1-4-214,14-1-817,-18-13 0,-2-4 1024,0-4 742,-1-6 0,-3-4 1753,-6-12 932,4-17 155,-22-1-422,-9-7-1373,-3 11 598,-5-4-58,-3 10-488,0 6-919,2 7 58,4 12-178,1 11 54,-1 19-35,2 0 18,-2 31-15,7-24 0,0 0-2,2 23 5,1-18 0,1-1-28,2 4 20,2 2 117,-3-13 309,-3-14-28,0-13-296,-2-9-1,6-26-60,1-1 16,7-21-25,-3 26 1,1 1 2,13-16-10,2 5-40,1 17 0,-4 13-22,7 2-17,1 11 28,-10 1-34,5 13 29,-14-3-40,17 34 34,-17-24-37,3 7 0,1 1-86,5-3 61,6 7-213,19-7 219,-10-20 117,19-3 51,-12-18-23,-13-3 85,1-13 22,-14 0 187,-7-5 1,-2 0-295,0 2-10,-3-15-40,-14 43-12,-2 1 7,-5 3-1,-4 5-11,-5 6 6,4 2-39,-6 16-1,14-6 29,-2 12 22,16-8 0,5-6 28,5-5 35,0-8 58,-4-5 22,-1-9 3,-1-6 32,-2-8-7,-2-1-12,-3 1-23,-2 6-64,0 5-46,0 5-302,0 2 140,2 3 121,6 7 25,7 8-10,5 1 28,23 12-4,-8-13 6,17 3 6,-11-15 21,-1-11 27,-3-12-2,-4-15-11,-6-18-47,-16 16 0,-2-3-23,-1-9 1,-1-2-522,1-9 0,-1-1 529,2-4 1,0-1 23,1 2 1,0 2 30,-1 4 1,0 3 24,-2 8 1,-2 3-21,0-22 54,-7 23-78,-4 20-17,-4 17-28,-5 20 6,1 6-26,-2 14 0,2 4-19,-2 13-397,8-7 0,1 9 1,4-1-39,8 4 1,6 1-696,0-1 0,3 4 1,2-3 794,1-13 1,2-3 0,-1-3 0,3 3 0,-1-5-1,7 5 1</inkml:trace>
  <inkml:trace contextRef="#ctx0" brushRef="#br0" timeOffset="238695">17222 6590 17322,'-19'-44'1112,"0"0"1,0 5 0,-4 10-654,-27 26-296,9 8 89,-9 17-180,26 2 1,2 5-1211,1 1 0,3 3 1135,0 0 0,5 3-20,11 10 1,10 1 140,5-16 0,4 0-129,1 7 0,4-2-3,11-6 0,8-5 22,9-4 0,3-4-379,3-1 0,2-3 412,-12-5 0,2-2 1,-3-4 56,11-5 0,-5-5-86,-12 3 0,-1-4 316,4-11 0,-4-3 114,-2-12 735,4-8-539,-38-20-498,-9 35 445,-20-26-367,-3 37 1396,-11 2-1546,3 9 88,5 11-156,12 1-23,5 13-5,9 3 6,4 20 5,12-3-5,16 7 22,16-15 22,11-7 6,6-11 17,-1-14 45,-6-10 72,-10-12 6,-14-9-5,-12-8-51,-14-4-34,-21-12 1,-12 6-57,-6 7-50,0 18-39,10 16 0,9 8-309,-2 17-201,11 7-302,-1 19-426,16 3 425,4-6-1086,9-11 0,5-1-2285,16 7 1217,-7-11 1,2-3 2033,-3-8 1,1-3 999,1-3 0,-1-2-2,1-6 1,-2-3 2622,23-12 2555,-12-13-1267,-12-7-1338,-11-5-1019,-8-3-443,-5 2-224,-3 2-555,-1 13 309,1-2-455,-1 18 277,1-1-489,1 12 14,6 9 8,8 10 17,9 17-22,4 13 2,-15-21 1,0 2-20,10 29 11,-7-6 17,-7-9-11,-6-11 45,-5-12 207,1-10 27,-2-10-144,0-9-40,0-10 23,-1-11 5,1-7-17,0-5 6,9 1-23,6 0-61,3 11-6,21-5-5,-7 18-1,17-4-50,-8 15-44,-4 8 22,-4 9 33,-7 11 0,-5 12 23,-1 7-17,-1 3-5,1-3 21,-1-7 24,-3-10 83,-5-12 62,-5-6-29,-2-13-44,0-8-22,1-14 22,1-12-17,3-3-22,5 0-11,4 8-40,3 11-33,1 11-34,1 9-45,2 12-94,4 12-164,4 16-173,2 11-108,-18-19 1,-1 2-237,-1 2 0,-1 0-303,-1 1 0,-1-2-983,12 24 538,2-15 885,1-17 1154,5-16 957,0-16 443,-2-12 84,-5-12-151,-6-6-370,-5 0-447,-6 11 325,0-5-752,-4 19-274,-1-3-280,-2 13-51,0 8 101,1 14-5,5 20 22,3 25-3,-2-23 0,-1 4-459,0 1 1,-1 5 0,1-4 430,0 6 0,0 0 11,1 12 1,-2-5 2,0-8 0,-3-19 17,-2-16 118,1-8-62,1-7-62,-1-19 51,0-21-31,-3 7 0,-1-3-376,-2-10 0,-2-2 387,-3-10 0,0-2-174,2 18 0,-1-2 1,1 1 166,0-1 1,-1 1 0,1 0 6,-3-18 0,1 2-265,2 7 0,0 3 268,2 6 0,2 3-97,0 7 0,3 3 69,8-19 644,11 15-689,14 16-56,14 15 1,10 22 459,-24 0 0,-2 4-415,2 7 0,-3 3-9,-3 3 1,-4 2-9,-9 5 0,-6 0 40,-7 12 214,-16-24 1,-10-4-457,-33-6-22,17-11 0,-1-2-10,-2-2 1,1-4-1593,0-6 0,3-2-3282,-7-2 5181,12-13 0,31 14 0,2-1 0</inkml:trace>
  <inkml:trace contextRef="#ctx0" brushRef="#br0" timeOffset="239037">19917 6553 17023,'4'-5'4167,"-1"2"-2390,-3 3-1721,-30 51 78,25-18-33,-7 4 0,4 0 224,26 4 96,13-8 5,17-5-309,-13-14 79,20-3 41,-17-13-7,9-7-3114,0-19 2996,-20 3 28,-4-23-73,-20 10-16,-7-9-18,-6 5 23,-5 8-84,-1 9-61,6 11-359,4 6 3010,5 9-4096,10 8-1832,13 6 3366,19 8 0,-16-9 0,3-3 0</inkml:trace>
  <inkml:trace contextRef="#ctx0" brushRef="#br0" timeOffset="239283">20624 6368 21635,'14'-47'1434,"0"-1"0,-1 10 0,-4 6-1356,-10 14-67,-9 40-11,3-2-28,2 10 0,1 4-48,4 0 1,2 1-496,0 0 0,2 2 400,5 16 0,5 3-111,0-14 0,1 0 0,2 0 33,0 1 1,0-1 0,1 1-384,3 4 0,0 1 1,0-4-369,2 3 0,-2-4-1190,-4-7 0,-2-3-2644,3 9 4834,-7-13 0,-9-20 0,0-2 0</inkml:trace>
  <inkml:trace contextRef="#ctx0" brushRef="#br0" timeOffset="240042">20693 6724 17034,'-35'-35'865,"0"0"0,-1 0 1,-2-5-1,3 6-512,-9-4-280,44 30-129,23 1 0,15 10-23,2 1 1,5 1-1068,15 4 1,3 1 1115,-20-3 0,-1 1 0,3-1 9,10 2 1,2-1 0,-4 0-3,-4-1 1,-3-2 47,2-1 0,-6-3 459,-4-7-372,-11-1 465,-14-11-174,-9 3-184,1-2 38,-4 5 2472,-1-2-2370,-2 6 16,-2-4-347,-2 10 5,-7 1-21,-1 6-24,-6 9 24,8 16 88,11-3 253,37 7-218,6-22-77,-8-5 1,0-4 70,21-9 56,-9-5 50,-12-7-39,-15-3-151,-10 3 0,-17-4-12,-14 4-15,-33-3-13,1 10-14,20 8 1,2 2-3,-6 5-17,6 10-6,14 11 23,5 7 16,9 14 1,10-11-6,9-2 0,7 0-11,0-8 0,4 0-554,12 11 1,2-1 564,-10-13 0,2-3 5,10 3 1,0-4-561,7-5 595,8 2 27,-18-17 146,-7-24-151,-9 7 11,-2-31-15,-16 10-32,-1-3 1112,4-7-1084,14 3-5,7 3-5,16 2-27,-3 20 666,-3 10-692,-10 6 6,-6 12-11,-10 0-29,-1 27 23,-8-10-42,-1 11 1,0 3-236,4 18 10,-4-23 0,3 3-485,9 8 0,5-2-635,-2-12 0,4-1-911,9 11 1,4-2 2317,-7-14 1,-1-4 0,10 3 0,-18-14 0</inkml:trace>
  <inkml:trace contextRef="#ctx0" brushRef="#br0" timeOffset="240292">22208 6047 24721,'58'-8'1868,"-9"7"-1746,-7 29 1,6 18-1,-2 1-1184,-10-12 1,-3 1 0,2 2 1029,2 3 0,2 3 0,-1 1 0,-3-3-13,-3-3 0,-3-1 0,-3 3-345,3 15 1,-3 6 0,-8-5-1700,-10-1 0,-7 0 2144,0-8 0,0 1 0,-5-6 0,-4-9 1,-4-7-1,-7 3 0</inkml:trace>
  <inkml:trace contextRef="#ctx0" brushRef="#br0" timeOffset="241295">2696 9412 21431,'-62'3'1028,"0"0"1,11 0 0,7-1-923,4 1-144,26-1 215,23 1-344,25-1 198,-1-3 0,6-1-1329,19-3 1,6-3 1262,-11 1 0,3-2 1,2 0-18,-10 1 1,2 0 0,1-1 0,1-1 30,-3 0 0,2-1 1,1 1-1,-1-1 1,-4 1-40,10-2 1,-3 0 0,1-1 34,-7 1 1,4-1-1,-4 0 1,-6 0 305,-1-2 1,-5 0 392,0-3 1,-4-1 215,-3-13-371,-50-5-867,-6 12 213,-7 7 0,-5 3-135,6 6 0,0 1 442,-7-2 0,-1 1-86,5 1 1,2 2 1322,-15-4-2073,21 4-52,16 2 780,19 2 73,15 3-68,21 5-57,2 2 0,1 1-20,-12-1 1,2 1-47,13 6 0,6 5 1,-8-2-2833,9 9 2819,-6-4 0,-6 3-384,-20 12-2205,-20-6 1,-6 2-2261,-4 2 1,-3 0 3797,-2 0 0,-1-4 1,-12 5-1,16-26 1</inkml:trace>
  <inkml:trace contextRef="#ctx0" brushRef="#br0" timeOffset="243337">5984 8996 21500,'-38'-48'321,"0"1"1,3 2-1,0 16-321,-10 37-17,-2 14 12,3 18 5,11-2-17,16-9 0,3 3-36,6 6 0,2 2-472,1 1 0,2 0 323,5 8 1,4-1-93,3-11 0,5-2-376,11 6 1,3-3 358,-7-13 1,1-3 173,7 2 1,-1-5 18,7-13 191,-10-11 644,6-21 123,-15 1 51,3-12 184,-12 14 96,-6 1-353,-4 13-667,2 0-17,-3 9-229,4 0 17,-1 2 78,1-1 61,11 2-5,9-2-17,23-8 1,17-9-355,-24 2 1,2-2 356,3-4 0,-2-1 0,-8 3 0,-1-2 22,4-6 0,-3-4-16,-5-7 0,-3-5-20,0-2 0,-2-3-12,-2 2 1,-4-3 42,-3-13 0,-5 1-9,-4 21 1,0-1 19,-1-16 0,-1 2 14,-5-7 58,-2 29 1,-2 2 81,-3 3-117,-3-3-147,4 25 29,1 18 28,-4 19-28,-3 22 5,2-2-4,6-6 1,0 10 0,2-4-254,1-5 1,2 1 228,-1 7 1,0 5-1,4-5-39,6-7 1,5-5-237,3-3 1,4-2 148,4-6 1,5-4 16,3-5 0,4-5 65,3-4 0,2-5 58,4-6 0,0-6-328,2-4 0,1-5 392,-2-4 1,-2-5 22,-1-2 1,-4-4-112,-5-1 0,-3-3 159,-5 0 0,-4-2-9,-5 0 1,-3 1 117,2-28 33,-11 11 868,-10 13-1053,-8 14 325,-7 11-386,-4 12 788,0 11-844,6 5-17,-1 26 23,14-4 10,1 22 24,15-7-23,11-1-17,13-6 22,12-9 46,8-11 22,4-14 28,-3-14 78,-8-14 96,-9-13-1,-11-11-27,-13-7-40,-9-5-84,-13-2-50,-8 0 0,-10 6 336,-5 8-364,-6 12-11,-5 13-23,1 13-45,4 15-44,10 12-40,11 11-95,13 8-162,19 6-157,17 2 170,-8-27 1,4-2-268,4 0 1,2-4 367,3-1 1,1-4 145,2-4 0,-1-3 81,-1-4 1,0-3 69,-3-4 1,-2-4 93,23-13 290,-15-10 68,-13-7-1,-10-3-11,-8-1 269,-4 1-498,-3 14 117,-5 5-224,-2 16 238,-1 2-479,0 5 200,1 10-104,2 9-1,4 12 34,12 7 6,10 1-18,16-1 7,9-6 22,5-8 27,-3-12 68,-8-10 79,-12-14 22,-11-9-17,-9-12 0,-11-19-168,-3 14 11,-9-19-11,2 18-23,-2-4-55,6 9-152,3 12-184,4 10-231,13 11-385,17 9-409,21 9 489,-19-5 1,2 1-565,3 1 1,2 0-16,1 1 0,0 0-135,2-2 1,1-1 366,-1-2 1,1-2 789,-1-3 0,0-1 921,-4-2 1,-1-2 2363,24-4 1025,-18-4-700,-20-6-1260,-13-2-269,-17-9-1188,0 7 242,-16-11-24,-16 10-503,6 3 50,-29 5-67,12 17-89,-11 9-40,5 11-793,14 9 793,15-5-45,9 19 17,18-16 6,12 12 11,17-16 23,16-12 38,13-12-130,-25-12 0,0-4 150,2-4 0,-1-4 62,-1-6 0,-3-3 47,-2-4 1,-4-4 16,-2-15 0,-5-1-458,-6 14 0,-3-2 321,-1-19 0,-3-5 106,-3 3 1,-2 1 64,-1 5 0,-1 2-68,1-1 1,0 5-45,-4 9 1237,3 25-1327,1 10-33,4 24 11,0 1-3,2 9 0,1 7-643,1 17 0,0 2 559,0-11 0,-2 2-307,0 2 0,-1 3 0,1-1-2872,-1-7 0,2-2 0,-2-2 2228,1 9 1,0-3 0,2 1 0,-1-10 0,-3-23 0</inkml:trace>
  <inkml:trace contextRef="#ctx0" brushRef="#br0" timeOffset="301036">1495 11115 20515,'-9'0'728,"2"0"-320,7 0-38,0 0-67,124-18-284,-93 14 1,3 0-901,12-2 1,12-1-1,6-1 1,-3 0 0,-11 2 748,3 0 0,0 1-713,3-1 1,10 0 0,0 0-1,-9 1 856,1 2 1,-5 1 0,1-1 0,-3 0 0,2 3-1</inkml:trace>
  <inkml:trace contextRef="#ctx0" brushRef="#br0" timeOffset="301253">2217 11047 24475,'-21'48'26,"-1"0"0,0 5 0,3 1-121,3 6 0,3 1-777,2-11 0,0 2-280,3 1 0,1 4 0,2-3-3764,1 1 1,2-2 3804,-2 12 1,2-6 0,3-3-1,1-41 1</inkml:trace>
  <inkml:trace contextRef="#ctx0" brushRef="#br0" timeOffset="301927">2474 11609 21136,'0'-4'2941,"0"0"-2851,0 4-90,0-6 0,22 20 11,-4-12 0,36 20-5,-19-15 5,-4-3 0,2-1-5,19-5-1,-21 0 1,1-3 22,0-4 0,-1-1 67,11-12-33,-9-1 156,-20-8-28,-15 6-5,-8-10-6,-10 6-89,-2 7 107,-17 0-119,10 14-61,-6-2 22,-4 18-45,12 10-27,-12 17 22,13 15-12,8-5-8,13-9 1,6 2-32,16 10 33,-1-15 1,4-1-268,9-10 0,3-5 282,6-3 0,2-2 14,-8-4 0,3-3-12,14-1 1,0-4 34,9-8-4,-18 1 1,-3-1-3,1-6 112,-7-11 0,-21 7-51,-6-10-39,-18 2 141,-21-14-24,8 11-72,-2-1 28,21 15-95,6 9 548,16-8-559,10 3-12,23-7 14,-6 9 1,2 2-15,-10 2 1,1 1 5,3 0 0,0 3-12,22 14 7,-30-2-18,2 6 1,0 3-163,2 9-53,-9-5 0,-2 0-177,2 11-2060,3 22-880,-16-17-3338,2 15-3138,-6-21 9711,-3-12 0,0-13 1,-3-6-1</inkml:trace>
  <inkml:trace contextRef="#ctx0" brushRef="#br0" timeOffset="302694">3982 11632 23013,'1'-40'1039,"1"1"0,0-22-1006,-3 58-83,1 5 55,0 6 18,6 10-18,0 4-5,11 29-5,-5-10-6,3 20-1,-7-22 1,-4 2 22,-2-12 6,-1-6 112,1-6 28,0-17-73,1-11-5,2-10 10,1-11 12,2-6 6,4-2-7,5 0-27,8 2-45,5 5-22,8 7-12,4 8-22,1 9 17,1 10 0,-4 13 5,-4 13-5,-7 13 5,-9 9 18,-9 2-7,-7-1 1,-6-6-12,1-10-44,-2-12 55,3-11 51,1-8 73,13-16-56,7-8 5,14-19 12,1-4-23,-3-3-5,-4 6-45,-11 13 5,0 4-22,-12 16 0,3 1 0,-2 7 17,8 5-12,8 5-5,1 1 0,17 11-28,-7-7 28,16 6 12,-5-9 4,0-5 18,-4-7 28,-7-8 55,-9-10 23,-8-9 6,-9-7 61,-5-4 34,-8 2 16,-2 5-44,-3 7-78,2 9-96,3 7-6,2 5-150,3 2 72,5 8 23,10 10-29,30 25 12,-7-8-323,-3-5 1,2 1 232,-8-9 1,0 2-217,7 6 1,0 3-474,-4 1 0,-4 2-2282,-8 1 0,-6 2 3100,-10-5 0,-4-2 0,2 1 0,-8-21 0</inkml:trace>
  <inkml:trace contextRef="#ctx0" brushRef="#br0" timeOffset="303086">5867 11671 25427,'48'-5'78,"0"-1"1,16 0-1,-6 1-22,-10 1-297,-4 1 0,0 0 398,1-2-73,11 2-107,-26 0-100,-5 6 107,-21 1-1199,-1 8-3465,-8 2 4680,-3 1 0,0-4 0,1-5 0</inkml:trace>
  <inkml:trace contextRef="#ctx0" brushRef="#br0" timeOffset="303490">2443 12545 17092,'-58'9'505,"0"0"0,0 0 0,1 1 0,-9 0 1,4 0-1,7-1-413,10-2 1,8 0 646,-1 1 50,53-5-396,11-1-60,20-3 0,10-1-1098,-9 0 1,2-1-1,5 0 830,2 0 1,3 0 0,3-1 0,2 0-545,-6 1 0,1-1 1,2 0-1,2 0 0,3 0 483,-7 0 0,3 0 0,1 0 0,2 0 0,0 0 0,-1-1 0,-1 1-237,-5 0 0,-1 0 0,-1 1 0,1-1 0,0 0 0,0 0 0,2-1 235,-2 1 0,1 0 0,2-1 0,-1 1 0,1-1 1,-1 0-1,-2 1 0,-1-1-191,7-1 0,0 1 0,-2-1 0,-2 0 0,-1 0 0,-1 1 183,-2-1 1,-2 0-1,-1 1 1,0-1-1,0 0 92,3 0 0,1 0 0,0 0 0,-1-1 1,-2 2-115,3-1 0,-2 0 0,-1 1 0,0 0 149,-3 0 0,-1 0 0,-1 1 0,0-1-480,11 1 1,-1-1 0,-9 2-323,-11 2 0,-7 1-9150,8 5 9779,-28-1 1,-6 1 0,-5-3-1</inkml:trace>
  <inkml:trace contextRef="#ctx0" brushRef="#br0" timeOffset="305139">9063 12054 17384,'-6'-56'1667,"0"-1"0,-4 5 1,-2 6-1282,-10 0 124,-20 7-264,-3 24-179,13 9 1,-3 6-399,-1 6 0,-1 5 353,-3 6 1,2 5-26,1 6 0,3 4-11,2 3 0,4 3 0,4 1 0,4 0-9,6-1 1,4-2-84,3 27 259,20-16 183,8-23 126,12-24-333,-6-19 0,-1-8-56,9-16-702,-12 6 1,2-6 0,-4 4 687,-6 6 0,-2 0 2,3-11 1,0-4 0,-1 1 30,-3-4 1,0 0 32,-2 4 1,2-2-1,-2 3-58,0-1 1,0 3 88,1-6 1,-1 7 101,-5 11-124,1 4-207,-5 17 1,-1 9-12,0 11 2265,0 15-2204,0 22 9,2-12 0,1 3-528,0 10 0,1 3 427,3 5 0,2 3-50,-1-11 1,1 2 0,5 1-1235,7 6 0,6 0 1,-3-3 1235,1 5 1,1-5-20,11 2 0,2-11-582,13-24 130,8-16 430,-9-14 0,2-7-104,-7-2 0,-1-6 392,-10 2 0,1-3 0,-4 0 8,-1-2 1,-3-2-373,5-16 0,-4 0 515,-5-1 3,-7 5 0,-4 0 2257,-8 0-1828,-14-9-376,-44 23-302,8 20 5,8 12 0,2 8-10,-5 24 21,12-1-24,2 14-4,12-3 12,2 10 777,8-5-800,16-5 3449,3-19-3342,12-8-17,-7-17 106,22-22-5,-9-7-45,-10 6 0,0-3 163,7-18-146,-12 9 240,-8-3-162,-10 22-145,0-2-84,-4 13-107,-12 34 123,8-12-33,-8 37 17,13-29-6,18 29 5,7-16-11,14-7 1,8-4 44,-1-13 0,3-6-451,15-6 1,2-8 458,-13-8 1,-4-7-3,-3-8 0,-5-5 8,-9 0 0,-4-3 8,-2-5 1,-3-2-9,-2-5 1,-4-2 4,-2-4 1,-2 0 17,-4 3 0,-2 1 19,-3 6 0,-2 3 79,-8-17-40,-3 25-100,-1 18-12,-1 13-11,4 14 0,-7 18 6,6 3-3,5-3 0,1 3-14,3 1 0,1 3-299,1 3 0,1 4 0,1-2 293,-1 4 1,1 0-83,1 6 0,0 5 0,1-9 24,-3-15 0,1-1-211,0 9 0,0 4 1,0-7-213,0 4-1085,2-7 0,2-4-394,1-15 1994,20-4 0,-19-13 0,10-5 0</inkml:trace>
  <inkml:trace contextRef="#ctx0" brushRef="#br0" timeOffset="305615">10345 12103 18985,'-41'-31'1169,"0"-1"0,0 1 1,-13-12-1,10 10-766,20 22-445,13 5-19,16 4 77,5 1-27,25 2 16,0 2 1,5 1-12,2 0 1,2 0-256,13 2 1,1 0 263,-11-2 0,-2-1 3,-12 0 0,0-2 5,5-3 1,-2-3-7,8-5 12,6-4 45,-3-11 50,-21 7-6,4-5 404,-16 3-225,-16 9-145,-13-1-56,-23 14-22,-18 12-50,5 3-18,13 4 0,3 3 518,3 3-538,8 4 1,5 2-8,15 4 5,12 14 17,8-22-45,32 5 44,-6-20 34,-11-4 1,1-3 78,21-14 84,-22-7 0,0-5 148,1-8 1,-1-5 158,4-14 1,-2-2-314,-8 10 1,-4 2-29,-3 0 0,-4 4 28,-7 9-168,-4 13-83,-7 15-1,-3 19-241,-5 25-294,5-11 1,0 4-2469,2 10 0,1 3 3076,1-2 0,0-2 0,3-14 0,0-5 0,0 9 0</inkml:trace>
  <inkml:trace contextRef="#ctx0" brushRef="#br0" timeOffset="306445">8712 13899 24755,'-15'-25'-280,"-1"22"-364,9 66-435,3-26 1,0 1-3277,1 2 1,1 1 4354,0-5 0,1-3 0,1 10 0,0-20 0</inkml:trace>
  <inkml:trace contextRef="#ctx0" brushRef="#br0" timeOffset="306803">8998 13484 21763,'-38'35'63,"0"0"1,7-6 0,11 0-36,26 18 33,20-9 13,2-17 83,12-1-12,-6-10 567,11-16-197,-20-9-11,6-14-39,-16-7-1,-8-4-15,-9 3-124,-8 6-73,-15 6-308,4 14-62,-7 9-223,13 15-1866,4 22-101,6-4 2308,15 30 0,-5-41 0,7 11 0</inkml:trace>
  <inkml:trace contextRef="#ctx0" brushRef="#br0" timeOffset="307019">9552 13625 24478,'-23'40'-3,"0"0"1,-1 1 0,1 8 0,2 3 0,5 0-15,9-6 0,5 0 0,1 2-918,-2-1 1,0 3-1,1 2 1,1 2 373,0 0 1,0 5 0,1 0 0,0-1 0,0-3-269,0-2 0,0-4 0,0 1 0,0 1 829,1 14 0,0 6 0,-1-6 0,1-16 0,0-4 0,-1-11 0</inkml:trace>
  <inkml:trace contextRef="#ctx0" brushRef="#br0" timeOffset="307162">9114 15436 15434,'-6'-53'1191,"0"-1"0,1 1 0,-1 0 0,1-6 0,1 1 0,1 2-1524,2 7 0,1 0 0,4 1 448,4 0 1,3 1 0,0 5-102,0 9 0,1 1-14,6-16 0,7 0-163,12 5 1,6 3-538,-2 6 0,5-1-1758,-9 9 0,5-1 1,0 0-1,-4 3 898,9-3 0,-4 3 0,4 1 0,-9 6 0,-23 11 1</inkml:trace>
  <inkml:trace contextRef="#ctx0" brushRef="#br0" timeOffset="308023">10192 14051 18039,'-1'-45'1546,"0"-1"0,-2 0 0,-1 8-784,-2 21-337,-4-2-313,-1 13-123,-4 14 22,0 3-16,-22 37-18,15-15-193,-1 10 0,1 5 137,8 12 42,6-16 1,4 0-8,11 8-7,9-20 1,5-4 78,18-1 11,-9-10 0,2-4 124,18-11 94,-7-16-106,-15-4 297,-7-31-207,-16 8-157,-6 8 0,-2 1-22,-5-10 36,-4 12 0,-4 0 469,-13-15-516,-2 0-46,3 14-195,16 23-348,5 5 6,4 5-2359,2 10 2891,5 11 0,-3-8 0,4 2 0</inkml:trace>
  <inkml:trace contextRef="#ctx0" brushRef="#br0" timeOffset="308940">8958 14146 9257,'-3'-5'9830,"0"1"-7870,3 4-772,-1-65-264,3 45-642,-2-16 1,0 5-126,2 26-163,-2 7 68,0 9-6,-2 11-28,-1 14 0,-2 8-11,1 3 0,1-2-6,2-8 22,1-10-5,0-12 426,1-8 100,0-7-228,2-8-147,2-10 17,4-12-3431,2-5 3358,3 0-73,2 4-27,0 7-40,3 6-39,3 8-2319,12 14 2297,-8 4 1921,13 22-3272,-13 9 975,-9 2 0,-2 1 1,1-1-1,-3 16 1</inkml:trace>
  <inkml:trace contextRef="#ctx0" brushRef="#br0" timeOffset="309682">10551 14031 21629,'-11'-50'799,"-1"-1"0,2 7 1,3 9-795,6 22-66,5 9 66,11 15 1,27 22-48,-12-5 0,1 2-28,2 5 0,0 2-461,-1 4 1,-5 2 362,-9-4 0,-5-1 84,-3-1 0,-4-1-278,-5 15 564,-24-5 89,-3-33 34,-14-9-6,11-29-39,10-18-78,13-12-121,11 18 0,4 1-64,5-13-17,1 17 0,3 4 669,15-1-910,13-1-263,11 10-934,-15 13 1,0 1 322,18 1-960,-15 3 0,-1 2 2075,14 6 0,-17-4 0,-9 4 0</inkml:trace>
  <inkml:trace contextRef="#ctx0" brushRef="#br0" timeOffset="310836">11384 13964 5283,'4'-6'9533,"-1"0"-5507,-3 6-2005,0 0-1122,-11-31-888,10 27 532,-3-16-538,16 41 1813,6 9-1785,-1 3-22,-5 3 40,-10 6 61,-7-7 11,-1-8 409,-5-15-319,4-20-11,-4-17-163,4 2 73,1-22 17,12 11-45,8-10-6,11 1-33,15 0-34,-10 16 1,14 1-29,-15 20 11,9 4-27,-1 14 5,8 19-12,-10 8-181,-16-13 1,-2 1 181,0 10-62,-7 10 34,-9-11 73,-7 9 83,0-18 51,-2-8-61,4-19-57,3-6 62,-2-24 408,2 0-448,2-7 68,11-9-89,-2 24 16,13-15-67,3 17-34,6 2-3419,13 5 3352,3 14-106,4 12-221,-11 2 18,6 17-564,-3 10 588,-7-7-169,-8-6 1,1-2-220,16 1 682,-18-13 0,1-2 58,16 0 76,-8-21 0,-1-4 48,1 0 167,6-11 1,-1-2-11,-12 3 159,-3-4 0,-2-4 551,-3-11 3256,-1-12-3771,-19 14 151,-9 18-446,-19 12-35,-16 16-62,-2 5-28,-6 13 1,23-5-6,1 18-1,17-8 7,-2 14 10,12-16-16,15 6 28,6-17 39,10 1 252,20-32-218,-24 3 145,17-25 28,-32 13-22,-1-5-135,-6 8 51,-4 5-174,-2 10-201,0 1 218,0 23 0,0-6-6,4 34 6,0-24-11,11 20-6,24-12 12,14-3-194,-15-15 1,1-3 204,22-2 2,-23-10 1,0-4 19,-3-7 0,-2-4 8,0-2 0,-2-4-19,-2 0 0,-4-4 25,-5-17 0,-7-6-662,-5 8 0,-3-2 633,0 3 0,0-3 0,-1 0 31,-4-6 1,-1 0 0,-1 4-255,0-3 0,-1 3 313,-1-5 1,-1 7-14,0 17 5,-1 14 145,2 11-280,-1 11 1287,-2 16-1275,0 23 11,1 1-9,3-9 1,2 3-127,2-2 0,2 1-37,3 2 1,1 3 0,3 2-376,5 4 0,3 2 0,-1-3 343,-4-10 1,0-3 0,1 1-805,5 7 0,2 0 0,-4-8-3372,0 3 3617,1 5 1,-13-33-1,-3-11 1</inkml:trace>
  <inkml:trace contextRef="#ctx0" brushRef="#br0" timeOffset="311187">13326 14015 22015,'-33'-50'866,"-1"0"1,0 0 0,5 11-772,17 27-353,-1-2 73,17 10 85,32 11-94,0-2 1,4 1 95,7 0 0,2 0-608,10 0 0,0-1 714,-11-3 1,-2-2 19,-5-3 0,-2-2 25,-6-1 0,-3-3 132,16-14 95,-16-5 95,-13-2 34,-9 1 90,-12 0 1406,-3 2-1401,-5 5-101,2 4-140,2 6-190,3 6-162,1 5 21,-1 9 57,-1 12-17,-1 17-45,2 18-14,4-23 1,2 2-339,3 1 0,3 1 131,3 0 0,2-2-272,3-1 0,2-2-722,3-2 0,3-1 1288,4-3 0,-1-3 0,4 3 0,-2-8 0</inkml:trace>
  <inkml:trace contextRef="#ctx0" brushRef="#br0" timeOffset="311387">14061 13413 22167,'-8'33'-893,"0"0"1,6 3-1,8-3 1,22 2 0,0-4-1</inkml:trace>
  <inkml:trace contextRef="#ctx0" brushRef="#br0" timeOffset="311771">14608 13719 16062,'1'-4'6749,"0"1"-4856,-1 3-1702,-74-43-938,32 40 747,-7-14 0,0 6-23,7 43 1,12 13 5,13 8-16,15 6-29,18-4-11,20-4-11,-8-27 0,2-4 0,25 11 50,-17-16 1,3-4 58,-3-6 0,1-4 28,-2-3 1,-1-4 115,1-4 1,-4-6-16,-12-11 0,-6-2-48,5-14-14,-17 7 1,-6-2 115,-12-18-101,-5 0-212,2 19 1,-3 1 334,-11-5-163,8 14 0,-1 2-33,-17 1-90,2 12 278,6 12-541,8 12-701,11 21 499,11-6-1237,18 24-2119,18-13 3843,-4-12 0,1-1 0,4 4 0,3-5 1</inkml:trace>
  <inkml:trace contextRef="#ctx0" brushRef="#br0" timeOffset="312090">15132 13719 26071,'-23'-36'-123,"3"12"129,10 65-18,5 3 1,1-10 0,1 2-17,6 25 17,2-5 0,2-12 50,0-16 140,-3-14 62,3-12-62,8-15-28,12-10 12,12-13-88,-15 15 1,1 0-126,1-1 0,1 0 95,-1 3 0,1 1-6,24-11-33,-13 13-18,19 15 12,-16 17-25,-11-2 0,-1 4-126,-5 4 0,-2 3-926,-1 4 0,-3 4 1077,-3 9 0,-3-1 0,2 6 0,-10 1 0</inkml:trace>
  <inkml:trace contextRef="#ctx0" brushRef="#br0" timeOffset="316901">12270 11821 23259,'-8'-23'-302,"31"1"-512,13 15 1,8 4 558,15-4 0,6-1-358,-11 3 1,3 0 0,-2 0 141,-10 1 1,-2 1 0,1 0-658,8-1 0,0 0 0,-10 4-507,-8 10 845,-27 1 118,-28 9 263,-23 5 0,-7 0 35,22-11 0,-2 1 659,-12 5 1,-7 3 0,1-2 1515,-10 3 0,2-3-1110,10-3 1,-1 0 324,-12 5 1,3-3 249,3 0-896,13-6-46,35-7-217,44-14-130,12-3 83,-5 0 0,6-2-165,-3-1 1,4-2-1,-2 1-756,-8 1 0,-1 1 0,0-1 866,7-2 1,1-1 0,-8 1 67,14-12 994,-25-3-877,-14-3-94,-12-12 32,-17 14 1,-6 1 90,-9-11 176,-1 12 0,-2 2 652,-4-3-134,-2-5 148,15 10-546,12 8 2560,7 10-3136,3 4-7,0 4 80,15 17-1,7 7-17,6 5 1,3 4-26,-3-2 0,0 2-438,6 11 0,-2 2 413,-11-14 0,-5 2-278,-4 13 1,-10 3-2944,-17-11 0,-10 0 0,3-1 2071,2 6 0,-1-2 1,-15 6-1,3-11 1,15-21-1</inkml:trace>
  <inkml:trace contextRef="#ctx0" brushRef="#br0" timeOffset="325773">5230 9932 16075,'53'-11'81,"-1"1"0,1-1 0,-1 1 0,7-2 0,1 1 0,-1 0 0,-1 2-1347,-10 2 1,-1 2 0,0 0-1,3-1 1285,4-1 0,3 0 1,2 0-1,1 0 1,-2 0-281,-5 1 1,-1 0 0,1 0-1,1 0 1,4 0 248,-1 0 1,5-1 0,2 0-1,1 0 1,1 1 0,-2-1-1,-2 1-83,-5 1 1,-2-1-1,0 1 1,0 0-1,-1 0 1,0 1-1,0-1 84,8-1 1,-1 0 0,-1 1 0,1-1 0,-2 1-1,0 0-120,6 0 0,-1 0 0,-2 1 0,0-1 0,0 1 103,-5 0 1,-1-1-1,0 1 1,-1 0 0,-2 0-3,5 0 1,-2 0 0,0 0-1,1 0-13,-5 0 1,2 0-1,0 1 1,-3-1-1,-6 0-94,18 0 0,-5-1 640,6 1 1,-4-1-599,-13 2 0,-14 0-206,-26-1 564,-20 2-174,-22 2 0,-16 1 0,4 0 39,5-1 0,-3 1-51,1 0 1,-10 1 0,-3-1 0,1 1 0,7-1 8,2 1 1,4 0 0,-6 0-28,-4 0 0,-6 1 0,-4 0 0,0 0 1,5 0-164,-1 1 1,3-1-1,1 1 1,-4 0 128,2-1 0,-2 1 0,-2 1 0,-1-1 0,-1 1 18,2 0 1,-2-1 0,-2 2 0,1-1 0,1 0 0,1 0-8,8 0 1,0 0-1,1 0 1,0-1-1,1 1 1,0 0 8,-8 1 1,-1 0 0,2-1 0,0 1-1,1 0-108,5-1 1,1 1-1,1-1 1,1 1 0,3-1 158,-16 2 1,3-1-1,-2 1 82,9-1 0,-2 0 1,0 0-1,0-1-101,-1 1 1,0-1-1,0 0 1,3 0 19,-2 0 1,2 0 0,1-1-19,5-1 1,1 1-1,4-1 139,-2-1 0,6-1 1779,1 0-1666,9-3 1938,52-5-2052,9 1-193,11 0 1,12-1 0,-3 2 48,-3 0 0,3 1-76,1 0 0,7-1 1,4 0-1,0-1-268,-7 2 1,1 0 0,2 0-1,0-1 1,1 1 269,-8 0 1,1 0-1,0 0 1,0 0-1,2 0 1,1 0-261,0 0 1,1-1 0,2 1-1,0-1 1,0 1 0,-1 0-1,-2 0 244,2-1 0,0 1 1,-1 0-1,-1 0 1,-2 0-1,-1 1-249,0-1 1,-2 1-1,-1-1 1,0 1-1,1 0 228,6-1 1,1 0-1,0 1 1,-2-1 0,-2 1-36,-2-1 1,-3 1 0,-1-1 0,2 1 33,5-1 0,3-1 0,-1 1 0,-3 0 257,5-1 1,-1 1 0,-5 0-388,8-2 1,-7 2 1507,1-1-1663,-48 5 479,-41 5 0,-21 2-35,15-2 0,-5 0-93,0 0 0,-8 1 0,-5 0 0,1 1 1,6-2 50,-1 0 0,5 0 1,-6 0-20,-5 1 1,-6 0 0,-4 0 0,0 1 0,1 0-53,2-1 1,1 0 0,0 0 0,-1 0 0,0 1 42,7-2 0,0 1 0,-1 0 0,0 0 0,1 0 0,0 0-117,1 0 0,1 0 0,1-1 1,-1 1-1,-1 0 0,0 0 30,-7 1 1,-2 1 0,-1 1 0,2-1-1,1 0 1,4 0-278,-5 0 1,5 1-1,0-1 1,-4 1 268,10-1 0,-5 0 0,-1 1 0,2-1 1,1 0-1,6 0-60,-13 2 0,6 0 1,1-1-5,3 1 0,1-1 0,7 0 521,7 0 1,5-1-951,-24 10 2205,50-8-1504,43-5-67,6-7 1,4-2 321,-1 0 0,5-1-371,-9-1 0,5-1 0,3-1 0,4-1-67,-5 1 0,3-2 1,3 0-1,1 0 1,1-1-1,0 1-71,-3 0 1,1 0 0,0 1-1,1-1 1,1 0 0,0-1-1,-1 1-345,3 0 1,-1-1-1,0 0 1,0 1-1,2-1 1,1 0-1,1 0-657,-3 2 1,3-1 0,1-1 0,2 1-1,0 0 1,-2 0 0,-3 1 0,-4 0-1,-4 1 921,14-2 1,-7 1 0,-2 1 0,4-1 0,-7 1 0,5 0 0,2-1 0,-3 0 0,-8 2 0,-11 2-1,16-2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3:40:58.3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2023 2256 23567,'-12'-59'-22,"14"48"-140,8 70-306,-1-9 0,-1 2-702,-4-12 0,-1 3 1170,-1 6 0,-2 4 0,1-8 0,-1 4 0,0-4 0,0 0 0</inkml:trace>
  <inkml:trace contextRef="#ctx0" brushRef="#br0" timeOffset="510">2047 2394 14763,'-31'-54'648,"0"0"0,3 4 0,9 5 2063,25 0-2476,13 4-84,15 17 0,7 5-112,-7 6 1,4 4-39,6 5 1,4 3 0,-3 2 297,-5 4 0,-1 4-308,20 13 1,-4 4-12,-27-10 1,-3 4-130,18 24 1,-6 6-12,-21-14 1,-7 2 6,1 17 1,-12 0 42,-17-9 1,-11-4-57,-11 0 1,-5-3-112,10-13 1,-1-1 0,-1-1-110,-2-2 1,0-1 0,-1-1-1321,-17 6 1,0-3 1705,5-7 0,4-3 0,-5 1 0,17-11 0</inkml:trace>
  <inkml:trace contextRef="#ctx0" brushRef="#br0" timeOffset="1430">2945 2372 13177,'0'-8'3111,"1"-24"1,1-5-1729,-2 4-671,1-7 0,1 1 16,-2 11-176,0 12-513,0 9 84,3 15-90,4 14 233,4 16-260,-1 0 5,-3-4 0,-2 1 23,-2 13-15,-2-14 1,-1-1 14,-8 12 38,-5-9-32,4-15 178,0-7 73,6-12-151,-1-8-61,-3-8-12,-2-13-22,-2-13-23,1-10 0,3-9-10,3-1-234,8 0 234,6 7-12,10 6-6,8 9 235,7 9 32,5 7-22,2 10-222,-6 5-51,18 17 108,-17 7 125,12 17-76,-19 7-354,-13 8 12,-15 3 138,-15 1 149,-11-5-63,-7-9 176,-2-10-341,5-13 76,4-8 126,7-10-50,3-7-100,6-6 68,3-6 91,5-1-34,8-2-39,6 2 33,10 3 6,9 4-1,9 5 1,8 4-28,6 10-6,5 7-16,-4 9-46,-12 7 6,-18 6-17,-27 5-27,-27 5-12,3-21 0,-5 0-137,-6 1 0,-2-2-229,-3 0 0,-1-2-276,-6 0 1,2-4-188,-14 5-3405,-1-10 4363,41-21 0,5 7 0,8-8 0</inkml:trace>
  <inkml:trace contextRef="#ctx0" brushRef="#br0" timeOffset="2085">3720 2038 23386,'13'55'215,"1"0"0,-2-9 0,-3-6-415,-7-6 340,0-1 112,-6 0 169,-3 6 42,-5-8 56,-2-8-27,2-7 481,5-9-427,3-5-468,1-10-128,1-10-110,-1-12-21,4-28-66,1 15 189,0 9 1,2 0-114,5-8 312,4-6 137,3 8 21,5 8 124,6 8 41,5 6-13,7 8 98,4 7-148,7 11-146,0 10-272,-21 1 0,-3 3-138,8 9-96,-2 23-197,-24-16 86,-5 13-306,-11 4 143,0-21 171,-6 1 191,7-25 176,1-2 17,1-9 54,-1-10-153,-2-24 12,3 5-64,-1-29 17,11 16 121,10-17-17,6 17 10,9 3 15,0 19 54,-4 9 354,10 5-78,-1 8-75,10 9-99,6 17-119,-15 10-119,-7 3-2007,-24-5 0,-5-1 1660,-3 5-478,-2 0 1,-1 0-2154,-5 7 2965,5 10 1,2-27-1,7-7 1</inkml:trace>
  <inkml:trace contextRef="#ctx0" brushRef="#br0" timeOffset="2422">5055 2081 13969,'3'-7'7272,"-1"1"-5199,-2 6-405,-8-66-1475,-2 47-28,-1-18 1,-6 6 131,-20 35 191,7 0 364,-2 9 165,11 24-610,12-16-113,-2 21 86,32-4-338,9 0-463,10 9 281,-12-22 1,1 0-170,1 2 0,0 1-92,-2-1 0,-1 2 184,0 2 0,-5-1-240,-6 6 64,-16 3 374,-16-11-209,-29 7-37,6-15-416,-5-9 0,-3-5-1097,-13-6-885,17-2 1,2-4 2669,-8-6 1,23 0-1,15 4 1</inkml:trace>
  <inkml:trace contextRef="#ctx0" brushRef="#br0" timeOffset="2841">2187 3145 14527,'-51'2'1484,"1"0"0,-1 0 1,-4 1-1,7-1-845,-5-2-502,44 0 104,27-2-12,17-1 1,10-1-135,13-1 1,6 0-959,-17 1 1,4 0 0,2 0 0,1 0 874,4-1 1,2 1 0,1 0-1,1-1-347,-6 1 0,3-1 0,-1 1 0,1-1 0,-3 1 337,6-1 1,-2 1 0,1-1 0,3 0-5,-12 1 0,3 0 0,1-1 1,0 0-1,2 1 0,-1-1-300,4 0 1,0 1 0,2-1 0,-1 0 0,0 0 0,1 0 271,-1 1 0,0-1 0,1 1 0,-1-1 0,2 1 0,-1 0-159,-5 0 1,2 0 0,1 0 0,-1 1 0,-1-1 0,-2 1 0,-3 0 147,4 1 1,-3 0 0,-1 0 0,-2 0-1,-1 1 46,4 0 1,-2 1 0,-1 0-1,-3 1-341,4 1 0,-3 0 0,-4 1-302,-1 1 0,-4 1 638,15 13 0,-40-11 0,-2 3 0</inkml:trace>
  <inkml:trace contextRef="#ctx0" brushRef="#br0" timeOffset="5440">3588 4184 21450,'-28'39'-73,"11"13"-146,20-12 1,7 3-862,0 2 1,3-1-529,2 1 1,1-1 864,1 1 0,0-4 0,2 6 0,-5-10 0</inkml:trace>
  <inkml:trace contextRef="#ctx0" brushRef="#br0" timeOffset="5941">3491 4286 15444,'-5'-4'3509,"-15"-27"0,0-7-3206,12 4-162,-7-8 0,6-1 32,36 9 159,22 7-191,-16 17 1,3 2-75,5 3 1,3 4-78,15 12 1,0 5-308,-17-6 0,0 4 341,-3 4 1,2 5 0,-5 2-95,0 5 0,-4 4-116,-6 1 0,-2 5 0,-4-1-41,-2 13 0,-8 0 87,-4-2 1,-11-3 90,-17-4 0,-11-5 95,-3-9 0,-4-3 8,5-4 1,-2-1-1,-2 0-686,-10 0 1,-2-1 0,2-3 698,-1 2 0,0-4-237,-13 3 1,6-11-7871,10-24 8041,10-2 1,20-6 0,17 11-1</inkml:trace>
  <inkml:trace contextRef="#ctx0" brushRef="#br0" timeOffset="6624">4650 4212 15730,'-8'0'4800,"3"0"-3926,-29-2 1,-6 0-559,13 2 22,-22 1 0,1 4-175,27 2 92,-8 25 0,3 7-223,12-11-20,-4 12 0,6-2-13,16-19-3,8 9-9,10-10 53,11-3 102,19-11-156,-16-8 298,-3-8 1,-3-3 267,-6-2 74,17-20 150,-25 5-282,-3 6 136,-10-6-371,-9 24-391,-2-2-329,-9 13 178,-2 9 112,-3 8 11,6 17 12,9-10-54,14 15 44,10-13 147,9 6 6,13 1-224,-5-12-64,-1-7 167,-2-11 223,-2-15 174,11-8 148,6-19-424,-22 13 0,-1-3 146,2-12 1,-3-5-441,-6 4 1,-3-1 316,-1-1 0,-3 0-6,-5-1 0,-4 1 6,-2 9 0,-2 0-87,-1-5 0,0 1 13,-10-21-2735,-1 12 2709,7 21 213,2 7-270,6 15 521,5 14-454,7 14 9,7 27 18,-1-2-153,-5-10 1,-2 3 150,-1-5 1,-2 3-84,1-1 0,0 4 1,-1-2-176,3 12 0,-1-1-288,1 5 0,1-4 131,-4-23 1,0-2 518,9 24-8005,-4-26 7946,0-3 0,-4-13 0,-5-9 1</inkml:trace>
  <inkml:trace contextRef="#ctx0" brushRef="#br0" timeOffset="7127">5079 4432 10869,'-47'-35'1290,"0"-1"0,5 4 1,8 5 1647,10 11-2602,13 3 1046,25 3-1382,5 1-76,32 1 1,7 1 55,-27 3 1,1 1-21,14-2 1,7 1 0,-5 0-11,-6 2 0,-2 0 1323,7-1 0,0-1-1315,-4 0 0,-2-2 36,11-3 79,-11-1-12,-28 4 51,-7 0 101,-7-2-56,-3 3-56,-5-1 1096,-9 14-990,-28 24-140,9-3-255,5 0 0,1 2 200,-2 14-12,4 9-8,28-8 30,12-16 124,45-8-17,-5-23-45,-13-4 0,1-3-260,-8-6 1,-1-4 281,-3-4 1,-3-2 30,-3-1 0,-4-2 177,6-28 62,-12 3 397,-10 14-303,-12-2-188,0 22-108,-5-3-101,8 15-68,2 4 545,2 10-550,1-1-12,-1 20-49,2 20-74,7 9-19,1-18 0,2 0-434,3-2 1,3-2-80,0 1 0,2-1-493,1-2 1,1-2-4419,20 19-3177,-9-19 7947,-3-13 0,-18-12 0,-3-4 0</inkml:trace>
  <inkml:trace contextRef="#ctx0" brushRef="#br0" timeOffset="7624">6058 3992 20134,'-24'-52'1433,"1"1"1,2 7 0,3 6-1154,6 10 129,3 13-381,7 11-5,3 11 5,10 14-12,3 5 15,5 8 0,2 4 0,-5-7 0,-1 2-564,7 17 1,-3 2 532,-6-8 0,-3 1 5,-3-2 1,-3-1-195,-2-3 1,-2-2 182,-4 26 6,-1-17 29,1-14 172,1-17-44,1-8 168,0-20 773,0-10-1058,-1-23-1,4-11-34,3 25 1,3-1 5,2 1 0,3 1 0,5 1 1,1 2-1,15-10-11,-3 17 0,2 4 209,18 4-184,-12 5 0,1 3-22,-4 9 0,-1 4-17,1 3 0,-2 4 2,0 5 1,-2 3-5,13 17-7,-24-5 1,-6 3 5,-12 16 14,-6-15 0,-7 0 6,-9-9 0,-5-5-6,-7-1 0,-4-6-424,-5-2 1,-3-6 417,-1-3 1,-1-4-17,3-6 0,1-3-71,5-3 1,5-4-510,-12-23-11,22 3-3377,32-22-2930,21 20 6923,14-10 0,-14 26 0,-10 9 0</inkml:trace>
  <inkml:trace contextRef="#ctx0" brushRef="#br0" timeOffset="8702">7007 4091 23651,'-29'-32'706,"-2"11"-661,5 35-12,-8 13 7,-5 13-7,4 6-22,12-8 40,9 12 5,21-21 56,12 8 0,17-21 5,10-8 18,2-15 16,-5-7 18,-8-12-13,-11-7-10,-12-6 84,-7-11-135,-6 16 123,-4-3-27,0 23-102,1 2-83,0 7-45,3 5 22,-1 8 45,1 10-23,0 15-10,-1 14 5,0 9 0,1-9-3,0-11 0,1 0-2,7 9 10,7 12 23,11-28 11,10-16 6,9-17-11,4-14 5,0-17-11,-25 12 0,-3-2-9,-2-3 1,-2-2 2,-2-1 1,-3 0 5,-1-1 0,-2 1 45,1-28 44,-6 8 29,-8 8 28,-2 8 5,-2 7-22,4 8-68,1 8-55,3 6-57,1 4 35,4 10-29,22 29 11,-8-7-8,4 1 0,2 3-273,8 16 270,0 0-51,-10-11 1,-3 0-2585,3 14 2576,-9-21 1,-2 0-603,5 25-201,-9-28-426,1 4-583,-6-22-3293,-4-16 2347,-1-4-1905,-4-16 3417,3-3 1322,4-7 0,5-1 0,3 4 0,4 5 0,0 3 706,0 3 2184,-3 6 4330,0-3-3160,-6 5-2396,1-2-1059,-2 6 196,0 6-403,-1 2-225,2 0-3419,12 6 3285,0-1-5,21 7 10,1 2 46,13 2-40,2-2 6,-3-5 68,-3-6 27,-6-9 22,-8-8 12,-10-9 17,-10-7 3353,-11-4-3348,-11 0 146,-17-1-275,4 15 34,-19 1 79,11 15-18,-8 1-78,3 9-55,2 9-29,14 1 22,-1 15-27,14 17-23,4-7-6,6-5 1,6 2-163,11 1 1,3-2 10,-5-5 1,4 0-1129,8 2 1,7 2 0,-4-5 1170,-4-8 0,-1-2 1,6 5-1,-3-4 0,-7-7 1</inkml:trace>
  <inkml:trace contextRef="#ctx0" brushRef="#br0" timeOffset="12064">9374 4468 15171,'-4'-6'5277,"1"0"-4275,-12-33 1,-3-10-163,8 3-669,-8-6 0,2 0 545,14 5-486,7 26-157,2-2-51,6 21-11,4 15-5,2 16 11,-2 16-12,-10-9 1,-2 1-3,-1-1 0,-2-1-12,-2-1 1,-2 1 8,-8 27-6,0-31 68,-9 13 173,9-28 17,-4-1-134,8-24-45,1-14-23,2-18-5,1-16-231,2 22 0,0-1 203,2-24 2,1 23 1,1 0 58,5-17-1689,4 16 0,1 1 1600,4-5-17,18-1 28,-15 34-11,30 2 22,-10 15-14,-9 0 0,-1 2 3,10 13 8,-10 3 1,-2 3-420,6 18 388,-11-12 1,-3 1 5,-1 19 12,-11-14 253,-13 0-220,-3-24 3222,-5 2-3183,0-21-5,2-12-23,0-12 625,3-12-619,5-8-6,11-3-16,1 11-7,22-7 18,-4 23-23,14-4-16,-2 17-1,4 9-5,3 12-28,3 10 11,-10 2-68,-14 0 1,-1 1-112,9 13 52,-9-10 1,0-1-226,19 13-80,7-7-21,7-11 112,-26-15 0,2-3 265,1-4 1,1-4 78,0-2 0,-1-2 47,-2-4 1,-2-2 94,19-19-13,-17-5 109,-15-4-17,-13-2-112,-10 11 218,-27-9-78,-4 24-39,-22-3-106,18 16 33,-14 19-96,24 4 1,-8 15-17,20-6-5,6 19-7,9-12 7,4 6-1,18 5-22,6-18 23,17 6 44,-3-19 17,0-13 398,-7-14-342,-5-12 135,-7-12-96,-7-7-22,-7-6 39,-4 2 50,-3 7 1,0 11-46,-1 12-111,1 9-107,0 6-5,1 5 33,1 9 6,6 11 5,1 3-50,16 29-201,1 3 89,1-1-42,-12-23 0,0-3-256,4 4 7,7 1 78,4-16 252,-5-10 34,28-32 118,-28 8 27,2-8 0,-1-3 102,-2-12 16,7-16 16,-3 2 40,-3 1 34,-6 9 51,-8 13-97,-5 11-189,-3 10-40,-2 9 34,0 11-12,3 11 1,6 23 0,-1-11 5,6 21-17,-5-19 1,-1 9 16,-3-7 112,-3-8 90,-1-16-129,-1-10-11,4-26-6,2-18-50,1 1 16,8-16 12,2 18-17,9-5-6,2 9-22,9 11 0,-11 10-22,12 10 5,-10 11-28,9 10-27,3 10-57,2 6-90,4 2-387,5-3 202,5-5 118,-26-17 1,1-3 2,1-3 1,1-2 74,2-1 1,-1-2 106,2-4 1,-1-3 91,0 0 1,-1-3 27,-2-2 1,-1-3 92,21-15 90,-12-3 66,-16-2 1,-13-1-62,-17 2-28,-14 2-22,-18 7-11,-12 8-68,15 12 1,1 2-68,-13 4 321,-9 14-332,33 3 0,0 11 5,12 3-10,10 2-6,13 0-1,13-2-4,15-6 44,9-9 0,2-8 5,-4-13 52,-8-8 49,-10-10 57,-8-5-23,-9-5-23,-8-2 107,-9-5-157,0 13 107,-5-3-79,4 18-112,2 1-78,1 5-11,3 5 50,0 9-39,8 18 16,0-3-66,17 21-99,-3-23 0,1-1-2,14 14-40,-5-11 0,2-2-358,17 0 327,-18-11 1,1-2-27,1-3 0,1-3 225,-2-1 1,1-3-1550,4-6 1,-1-3 1710,10-3-107,-15-7 0,-5-2 186,-9-1-111,9-26 246,-20 11 165,-2-10-31,-20-4-246,-12 16-34,-23 4-56,5 20-5,-15 9-40,8 19-34,9-4 3027,1 20-3038,28-3 670,3-4-647,17 7 385,11-15-374,31 6-11,-2-12 11,2-2 89,-8-13 74,-16-6 217,3-10-144,-11-1-147,-7 0 197,-7 3-241,-3 9-1,0-1-94,0 7-6,2 12 28,3 14 0,1 6-6,0 7 1,0 1 5,0 6 2,-1-2 1,-1 8-102,-7 9 0,-3 7 1,-1-6-295,2-7 1,-2 2 296,-3 3 1,-4 9 0,0-1 0,1-14 64,1-16 1,-1-5 30,-9 21 0,1-7 22,9-26 6,-1-13-39,10-46-168,1-15 50,2 20 0,0-3-753,0-12 1,0-2 240,0 2 0,1-3 301,-1 3 0,1-4 0,1 2 267,1-7 1,1 3 321,-1 4 1,4 5-787,28-2 301,-6 30 143,5 3 1,0 0-254,3 3 374,13-6 157,-13-1-84,-15 8 1024,13-7-683,-23 12-330,-2 2 6,-5 4 95,0 8-68,2 1 519,17 9-395,25 2-162,8-1-365,-19-10 1,-1-3 408,22 0-3175,-9-8 3097,-18-2 56,-2-9 28,-13-5 67,0-17-107,-8 0 113,-9-14-134,-3 21 537,-6-6-414,-1 17 3363,-6-2-3509,3 6 123,-14 1-151,11 7 50,-25-1-50,11 11-34,-6 0 39,-7 15-27,19-4-18,-4 4 12,16 9-6,9-11 1,13 39-7,7-11-127,-2-12 1,2 1 104,1-5 1,0-3-63,19 24-94,0-11-281,3-9-857,6-13-39,-5-8 1350,-4-7 0,-2-2 0,-9-1 0,16 0 0</inkml:trace>
  <inkml:trace contextRef="#ctx0" brushRef="#br0" timeOffset="13817">13807 4422 12202,'0'-6'8794,"0"1"-8046,2-25 0,2-7 322,3 7-639,-2-10 0,1 1 185,4 20-319,-4 9-275,-4 5-33,-1 6 39,-1 16-10,2 10-36,0 21 36,-1 8 4,0 3-16,-2-2 38,-4-5-4,0-16 167,-1-13 101,3-15-135,0-14-145,1-8 17,-3-15-6,1-12-5,2-13-317,6-7 294,0 29 1,1 1-1,8-17-55,14-6 44,-1 25-6,15-6-10,2 22 10,4 8 6,5 13-6,-4 11 1,-4 12-1,-5 11-11,-10 8 6,-9 4 17,-11-1-6,-9-7-23,-6-11 23,-3-12 371,0-12-321,3-5 46,1-8-90,3-3 28,0-21-12,1-5-11,4-22 0,7 0-11,8 0 3,1 26 0,4 3 3,15-5-29,17 6-5,-9 25 17,1 12 0,-1 12 11,-4 9-6,-13-4 1,0 9 5,-2 1 0,3-1 0,7-2-6,-3-20 0,4-9 6,4-13 6,2-9 5,-4-15 0,-6-12-16,-10-10 10,-9-6 7,-9 0-1,-8 6 0,-9 8 0,-10 9 6,-7 11-6,-2 9-11,1 7-11,3 6-6,7 9 17,2 7-17,6 12 6,3-2 0,8 26 0,11-11-1,-1-9 1,3-1-307,25 20 292,-16-27 1,2-3-25,26 13-80,-1-14 102,-11-11-6,17-16 51,-20-8 0,11-14-11,-21-10 27,-8-6 1,-7-2 11,-3 3 16,-2 8 267,0 10-255,-2 9 36,2 8-120,4 5 11,1 3 0,22 18 0,-6 10 11,12 22-22,-17 10-139,-14-28 0,-4 2 156,-8 30-1,-6-9-4,-3-14 21,4-15 28,5-14 169,4-11-169,9-13-39,7-14 1,9-15-1,9-11-3,-15 26 1,0 1 301,18-22-282,3 12 1,-13 17-52,8 8 23,-10 15-5,10 9-18,1 12 18,0 8 5,-2 5-1682,-10-15 0,-1 0 1687,11 7-75,21 3 70,-12-22-11,14-1 17,-3-15-12,-6-10 6,-10-17 23,-10-15-23,-11 2-128,-10 0 1,-3-4 149,-5-1 0,-1-1 1129,1 1 1,-1 0-1155,-4-10 0,-1 4 0,1 23 1,-1 2 16,0-5 1,-1 1-3,-9-16 44,5 17-40,4 15 362,3 11-366,1 19 926,1 2-950,-2 33 24,3 14-517,2-15 1,2 3 501,3 7 0,2 1-11,3 4 0,2 0-6,4-1 1,1-2-9,2-5 0,1-2-34,1-6 1,1-3-145,-6-12 0,2-2-142,8 4 1,1-4-706,10-3-582,18 4-606,-11-27-7390,0-26 4994,-17 0 4637,-6-22 0,-18 30 0,-2-2 0</inkml:trace>
  <inkml:trace contextRef="#ctx0" brushRef="#br0" timeOffset="14032">16043 4143 12858,'-55'-13'2425,"0"-1"0,6 3 1,5 0-550,-12-5-526,23 5-728,19 4-426,26 2 0,45 4-1856,-20 0 1,3 1 1670,4 1 0,1 0 28,8 0 0,0 0-139,-11 1 1,1-2 149,14 1 1,1 0-1113,-15-2 0,-2-1 1070,-6 2 1,-3-1-9,8-4-135,-24 3 1604,-4-1-9888,-16 4 8485,-4 2 1,-2 0 0,3 0 0</inkml:trace>
  <inkml:trace contextRef="#ctx0" brushRef="#br0" timeOffset="15064">18028 3981 15462,'0'-5'3692,"0"1"-2466,0 4-772,-85-62-2096,37 46 1711,12-5 0,-6-4 0,6 9 4,-11 22 551,13 4-624,15 5 350,12 20-322,15-3 0,12 21 0,17-5-12,-3-8 6,-1-11 1,2-1-354,16 9 342,-14-12 1,-1 0-24,7 2 40,-6 0 1116,-27-14-970,-13 3-56,-31-8-56,-26-3-43,21-4 1,-2-1-1,-2-1 1,0-3 28,-6-2 0,4-2-177,-10-8-370,11-8-3449,47 3 3100,11 1 0,-6 10 0,-3 7 0</inkml:trace>
  <inkml:trace contextRef="#ctx0" brushRef="#br0" timeOffset="15477">18213 4051 16549,'3'-10'4352,"-1"2"-3417,-2 8 169,0 0-885,-1 32-102,11-7-61,-1 20 79,30-1-102,-2-15-30,-11-9 0,4-2-23,2-7 1,-1-2 19,11 1 11,13-10 39,-29-11 1,1-11 16,-10-11 45,-9-7-39,-5 8 162,-2-5 286,-2 10-169,0 6-189,-1 6-130,-3 16 18,-2 14-12,-5 18-5,-6 21-15,6-19 1,0 2-456,-1 5 0,-2 2 416,0 4 1,0 1-71,-1 3 0,1-1-22,3-10 0,2 0-739,-2 16 0,4-2-1150,10-22 0,3-2 2001,3 12 0,3-4 0,7-9 0,3-14 0</inkml:trace>
  <inkml:trace contextRef="#ctx0" brushRef="#br0" timeOffset="15996">19205 4095 13273,'0'-10'3657,"-1"-25"1,-3-4-2270,-6 5-959,1-7 0,-2 2 198,-16 12-162,1 13-280,5 6-129,8 6-40,6 10 12,4 8 0,3 15 12,8 14 10,9 13-217,-4-25 0,2 2 186,2 3 1,1 1-306,1 0 0,1-1 305,1 0 1,0-1-12,0-3 1,0-2-9,-2-5 0,-1-1-56,8 18 22,-12-19-151,-14-5-374,-21-13-528,-21-3 221,11-7 1,-3-3-2604,-15-7 1,0-4 2154,14 3 1,2-2-1410,-12-11 1,5-5 1276,7-14 1446,17 18 0,3-1 0,1-25 0,15 7 868,9 3 761,14 3 707,10 4 582,6 5-95,-1 8-829,-10 10-1114,-13 7-595,-11 5 662,-19 22-684,-8 9-185,-14 23-72,16-23 0,1 1-85,0 3 1,2 0-337,2 0 1,2 1-284,3 0 0,2-2-3745,1 17 4443,10-4 0,-2-30 0,3-2 0</inkml:trace>
  <inkml:trace contextRef="#ctx0" brushRef="#br0" timeOffset="16435">19651 3735 9136,'0'-8'3907,"-10"-38"0,-5-4-3510,5 22-98,-6-23 1,1 6 2364,9 38-2625,0 8 1100,5 9-1100,2 26-11,6 14-6,1-1 1,2 3-16,-2-15 1,1 2-10,1 2 0,1 2 0,0-1-26,0 3 0,1-1-98,3 11 0,-1 3-184,-4-17 0,0 2 1,-1-4 1,0 2 0,-1-2-760,0 9 1,-1-3 1544,-1 2 0,-2-14 0,0-10 1</inkml:trace>
  <inkml:trace contextRef="#ctx0" brushRef="#br0" timeOffset="17512">19547 4067 14723,'-5'-6'5758,"1"0"-5187,4 6-16,0 0-432,-25-62-140,31 43-6,-9-15 1,6 4-45,26 26 0,8 9-51,16-1-211,-12 3 1,7 2 0,-5-1-123,-5-1 0,-2-1-191,22 6 0,0-1 258,-21-7 1,-3-2 523,13-1 95,-12-3 522,-19-6 212,-12 0 16,0 0 169,-6-2-851,-1 4 436,-5 0-329,4 4-343,-2 0-84,6 4 34,2 2 5,8 8 12,10-1-23,2 2 17,25-2 11,-12-7 12,14-2 27,-15-9 23,-11-7-45,-8 0 34,-8-10-57,-6 9 29,-15-24-40,5 21 62,-27-18-61,17 27 38,-27-3-55,25 10 16,-20 5-11,15 6-33,-8 16-6,13 6 22,4 12 12,17-9-51,25 20-22,-3-25-1915,14 4 1,6 0 1482,-10-15 1,2-2-289,18 8 0,1-3 96,-16-9 1,0-2-554,8-2 1,0-4-1292,-5-4 0,-1-3 2381,-3-2 0,-2-2 484,24-18-61,-38 1 543,-17-14 2511,-13 4-1150,-8-20-688,0 7-180,2-1-746,9 19 643,5 6-658,0 12 3010,2 3-3571,0 7 45,1 12 0,3 11-17,1 2-5,8 29 0,-5-23 2,1 3 0,1 0-13,1 2 5,3 11-6,-5-22 1,-3-8 128,-3-11 185,0-3-247,-2-11-27,0-9-17,-1-3 44,0-26-21,0 5 21,3-19 6,4 14-39,4 11-28,10 13-5,-6 13 5,7 6-11,10 17-3393,10 16 3404,-1 2-8,-15-7 0,-4 2 2,-1 1-3,-3-1 1,-1 2-20,-1 6 23,3 10 33,-14-21 56,-6-11 16,-6-12 3382,-6-14-3297,-9-21-112,7 5 95,4-20 62,33 6-157,-2 10 5,9 12 0,3 5-5,10 5 30,7 5 1,4 4-510,-14 4 1,-1 3 422,19 1 0,1 4-17,-13 4 0,-3 3-9,-9-4 1,-2 4-264,5 13 1,-8 5-5961,-12 24 6232,-10-19 0,-4-3 0,-12 6 0,-5-18 0</inkml:trace>
  <inkml:trace contextRef="#ctx0" brushRef="#br0" timeOffset="22136">6195 1940 17475,'1'-5'7189,"-1"1"-5080,0 4-763,-16-45-2155,6 35 385,-15-26 2,-1 66 1630,7-4-200,-8 13-7,6 3-369,8-10-609,0 10 928,15-19-550,8-8-325,0-8-903,9-6-2663,-2-9 5178,11-11 123,-8 1-247,-1-1-1307,-14 3-257,-6 3 0,-5-2 0,-2 2 0,-1 2-1357,3 5-1031,2 2 313,2 4 595,-8 21 852,1 3 860,-4 12-10,4-5-4766,2 5 4796,1-3 0,2-5 0,1-11 0</inkml:trace>
  <inkml:trace contextRef="#ctx0" brushRef="#br0" timeOffset="22444">6083 2424 28717,'-6'0'3508,"2"0"-2966,4 0-542,-61 31 0,39-6 0,-14 2 0,4 0 0,22 3 0,4 7 0,14-15 0,0-2 0,20-15 0,9-20 0,17-11 0,-19 4 0,0-1 0,15-14 0,-10 3 0,-30 15 0,-20 8 0,-13 1 0,-33 10 0,-3 14-2948,27-5 1,0 3 2858,2 5 1,3 0 0,5-1 0,1 0 0</inkml:trace>
  <inkml:trace contextRef="#ctx0" brushRef="#br0" timeOffset="504596">1269 7081 15373,'-7'0'4067,"2"0"-2819,5 0-1276,-26-17 56,57 8-711,14-14 140,1 18 0,7 4-384,4-2 0,-1 1 22,-12 3 1,-4 2 47,-6 0 0,-4 4-504,7 21 1097,-26-5-50,-32 23 370,-25-7-486,10-11 1,-3 0 1061,-7 2 1,-2-1 591,-5 1 0,-1-1-51,1-2 1,0-2-454,2-1 0,4-2-690,15-8 1,4-1 271,-11 6-252,40-13 23,21-5-106,26-8-54,-12-1 0,4-2-71,19-11 1,1-2 145,-17 7 1,-1-1 14,16-10 0,-4-2-103,-26 10 0,-3-1 206,6-11 1,-4-3 33,-11 5 0,-4-1 67,5-25 275,-26 5 520,-18 4-547,2 9 502,-19-7 230,12 17-632,3 3-185,4 2 1167,17 13-1514,5 3 274,3 5-308,4 0 5,14 4-44,31 16 11,-7-1-501,-6 4 1,-2 6 368,-16-1 0,-4 3-339,1 13 1,-8 5 509,-18 5 0,-10 6 0,2-7 0,9-11 0,-2-3 0,-18 18 0,0-1 0</inkml:trace>
  <inkml:trace contextRef="#ctx0" brushRef="#br0" timeOffset="524245">1704 8412 6584,'0'-5'7254,"0"0"-5004,0 5-832,-8-70 66,5 39-1325,-1-9 1,0 4 656,4 21-794,0 13 327,0 19-265,1 12-28,0 26-23,-2-23 1,-2 1 420,-1 2 1,-1 0-419,-2 3 1,-1-2-15,-3 10 34,1-2 174,8-32 717,0-2-678,2-9 56,0-17-269,-1 3 33,0-23 12,-2 3 6,-2-25 27,1-1-5,0 4 11,3 15-51,0 21-94,1 11-152,1 13 146,8 25 5,-4-1-42,1 1 1,0 4-250,-4 6 0,-1 1-1091,0 4 0,-1-1 881,0 1 0,0-1-1479,-1-2 1,2-3 1270,11 15 0,-9-14 0,8-14 0</inkml:trace>
  <inkml:trace contextRef="#ctx0" brushRef="#br0" timeOffset="524503">2260 8493 22940,'-19'2'151,"13"-3"-111,27-3-287,25-1-100,-10 0-2342,-3 7 1,-1 1 2688,-1 4 0,-2-1 0,-24-3 0</inkml:trace>
  <inkml:trace contextRef="#ctx0" brushRef="#br0" timeOffset="525267">3333 8628 19652,'2'-43'980,"1"0"0,-1 2 1,-1 13-998,-1 27 28,0 5 79,0 26-79,0-5 40,-4 36-502,0-26 1,-2 1 450,0 2 0,-1-1 8,0 0 0,0-1 60,-3 0 0,0-4 72,-2 4 168,-3 5 263,9-26-78,3-12-393,2-8 659,1-13-709,0-24-5,6-13-627,1-6 618,6 7 1,3 2-23,-6 22 0,0 0-5,5-9 1,1-4-1,1 2-6,2 1 0,2 1 5,10-15 1,1 1 5,-6 13 0,1 2-6,1 2 0,0 4-30,13-2 28,-9 14-18,6 8-44,4 11 23,-2 11 5,-3 4 11,-18 10-1559,-20 21 0,-8 4 1576,-6 3 2,-2 2 1,-6 2-126,-7-20 1,-5-3 141,-11 8 1,-3-1 8,1-3 0,-1-1-9,4-5 1,2-4 72,12-12 1,3-5 316,-4-5-224,7-5-90,12-7-83,13-1 3010,3 3-3027,16 2 1131,-3 4-1165,29 7-54,-13 3 1,1 2-923,24 6 729,0 1 0,-1-1 34,-2-5-206,-15-4 1,6-1 0,-4-1-798,-4-4 1,-1-1-2073,17 1 0,0-1 2707,-17-5 0,-4-1 0,10 1 0,-21-3 0</inkml:trace>
  <inkml:trace contextRef="#ctx0" brushRef="#br0" timeOffset="526527">4239 8685 11659,'-3'-10'6917,"1"2"-5801,2 8 1151,0 0-1241,-63-27-326,41 18-560,-13-6 0,4 2-202,24 11 23,4 4 62,5 10-35,1 0-27,19 30 22,-9-22-5,23 18 28,-10-27 38,9-3 18,1-14-6,-1-11 39,-3-12 73,-5-6-73,-10 6 225,-7-15-91,-12 16-10,-6-10-102,-3 19 141,-18 6-185,3 10-45,-15 10-33,5 12-7,4 13-21,5 12 5,10 7 17,8 7-12,10-12 6,8-13 1,4-1-279,17 9 280,-4-13 1,2-3 3,17 3-15,-1-15 1,4-6-318,-10-4 0,1-5 334,18-2 1,1-4 5,-19 0 1,0-5 24,15-14 0,-2-7-676,-17 6 0,-3-4 669,-1 2 0,2-4 0,-4-1-4,5-17 0,-4-3-13,-10 15 0,-1-1 1,-1-1 10,0-2 0,-2 0 1,-1-1 5,-1 1 0,-1 0 0,-2 1 13,3-18 0,-3 2-183,-4 6 0,-2 3 219,-6 8 1,-2 2 225,-7-20-155,-7 20 490,1 20-653,4 15 1425,0 24-1397,-3 25-8,5-7 0,0 5-457,-1 11 1,-1 4 447,3-13 0,1 2 1,-1 2-530,1 3 1,-1 2 0,1-2 534,2-9 0,0-1 0,0 2-42,0 13 1,1 3 0,6-2-1001,9-9 0,6-1 1,-2-1 914,-4 14 1,4-2-255,21-1 0,8-15-1105,15-27 992,-16-9 1,2-5 204,4-7 1,1-5 204,4-5 0,-1-4 100,1-4 1,-1-4 33,-2-3 0,-2-2 45,-5-2 0,-2-1 78,-5 0 1,-4 0 69,-7 2 1,-4 1 1066,3-23-728,-24 12-72,-22 13-35,-20 12-83,-15 10-123,-7 15 261,33 0 0,0 3-452,-23 20-72,9 10-35,13 8 18,12 6 22,11 3 2905,16-4-2911,9-7 928,11-13-905,4-14 67,1-12 0,1-14 395,2-11-423,1-13 34,-12 1 0,0-2-11,9-16 5,-13 17 0,-3 2 106,0 3-39,-9 12-83,-5 10-52,-14 30-16,1 15 17,-4 7-6,7 2-5,12-2 22,2-17-37,10 2 1,5-2 8,13-5 14,1-7 0,3-5 20,21-13-26,-22-6 1,0-6 44,12-19 0,-2-8-39,-10 3 0,-1-4-477,-5 2 0,0-4 1,-3-1 473,-7 6 0,-4-1 0,0-1 6,0 0 0,-2-1 0,0 0-308,4-17 0,-2 2 336,-6 5 0,-2 2 24,-4 8 1,-3 1 64,-7 3 1,-3 4 50,-2-5-107,-7 8-100,6 32 1338,-1 20-1333,-5 27-6,6 4 1,1 6-419,2 2 0,1 2 405,3-9 1,0 3-1,3-1-35,1-6 0,3-1 1,0-1-56,1 0 1,1 0 0,1-1-71,0-3 0,2 0 0,-1-1-171,5 16 0,1-2-1739,0-3 0,-1-4 1593,-4-18 1,-1-4-8383,8 20 8895,-14-44 0,0 0 0,-3-8 0</inkml:trace>
  <inkml:trace contextRef="#ctx0" brushRef="#br0" timeOffset="526905">6496 8995 18404,'-30'-34'957,"0"1"1,-1 0 0,-11-13 0,2 9-34,-14 9-717,22 12-11,7 2 160,22 10-373,21-3-5,17 4 13,-4 1 1,4 0-555,5 1 1,1 0 537,6 2 0,-1 0 25,-9-1 0,1 1-137,14 0 0,0-1 151,-17-1 0,-1-2-9,20-4 1,-1-1 5,3-6-1342,-16-3 1,-3-2 1381,-10 1 134,15-19-29,-28 19 1099,-1-17-537,-12 9-10,0 2-501,-5 6 3600,-2 11-3690,1 3-167,1 1 39,1 5 11,-3 23 0,2-6 0,-6 34-56,4-3-169,2-17 0,0 2 71,2 0 0,1 0-135,0-1 1,1-1-844,8 24-1518,10-10 2650,16-14 0,-14-15 0,2-10 0</inkml:trace>
  <inkml:trace contextRef="#ctx0" brushRef="#br0" timeOffset="527488">7412 8400 22145,'-28'13'-1328,"12"6"930,26 14 1,9 4-23,8 9-309,6-14 1,4-3 577,-4-14 0,0-2 170,3 6 1,2-4 277,3-12 0,-4-5 711,0-8-352,5-3 715,-19-5 265,-15-2-891,-9 1-482,-5 1 73,-18 8-61,-15 11-242,-5 8 1,-1 4 22,4 23-62,22-15 6,-5 33-16,23-2 21,7 2-16,18 1 11,0-27-11,33-2 50,-10-16-17,11-1 1,-16-12 134,10-20 22,-22 0-5,9-21-34,-35 4-112,-10 4 17,-13-12 95,-13 1-56,5 9 95,-11-3-89,15 26-68,-6 3-44,8 10-6,4 6-191,4 22-212,8 6-471,5 19 90,7-9-2420,15 13 3232,11-8 0,-13-14 0,4-7 0</inkml:trace>
  <inkml:trace contextRef="#ctx0" brushRef="#br0" timeOffset="528445">8289 8718 24867,'9'-49'39,"1"38"-34,-6 50-5,0 21-16,-1-8-7,-2-5 18,-1-7-1,1-16 28,1-8 124,5-15-56,6-9-6,9-11-40,-1-2 57,9-14 17,-5 6 45,17-16-130,-4 9-33,0 6 0,13 9 6,-17 14-34,13 7 0,-14 14-17,-6 13-5,-5 9 22,-3 6-102,7 12-66,9-5 68,5-5 72,7-17 50,-4-17 17,3-13-11,-9-4 28,15-19 11,-18 0 23,10-14 44,-17 4-38,-11 7 100,-13-10-67,-15 15-45,-3-5 129,-23 10-101,11 12-56,-11 5-11,13 12-12,6 10-16,6 7 5,5 6 6,4-5-5,12 14 10,1-20 1,22 22 0,-5-26-1,13 2 1,-15-14 27,14-15-16,-12-7 45,12-14 22,-13-4 50,-7 2 34,-8 5-89,-13 12-57,-5 8-11,-15 11-22,-8 20 5,10-7 23,7 24-6,22-27 23,23 11-17,12-17-12,-11-4 1,2 0-334,25-2 331,-9-6 0,2-3-298,-15-1 1,0-1 305,17-7 0,-1-2-3,-20 5 1,-2-5 5,11-17 0,-3-8 8,-14 4 1,-2-3-7,-1 1 1,0-3 0,-2-5 16,-5 1 1,-2-5 0,-2 0 0,-1 2-552,0-1 1,-2 1 0,-1-1 564,-1 3 1,0-2 0,-1 1 0,-4 4 80,-4-9 1,-6 6-75,0 8 1,-2 5 181,-14-13 89,4 24-314,7 20 503,0 24-508,-3 27-1,1 8-34,8-12 1,0 7 0,1 0 2,3-6 0,1-1 0,1 3 6,0 3 0,1 4 1,0 0-1,1 0-42,3 9 1,2 0-1,2 0-112,1-1 1,1 1 0,1-1-432,1-2 0,2 0 0,0 0 605,3 4 0,0 0 0,-1-6 0,-2-6 0,0-5 0,-1-2 0,0 0 0</inkml:trace>
  <inkml:trace contextRef="#ctx0" brushRef="#br0" timeOffset="530046">1797 10413 20985,'7'-37'330,"-2"8"-419,-5 30 94,-1 3 141,-3 5 11,-7 8 11,-7 8 78,-15 7-123,8-10 405,-13-2-159,22-16-201,-1-4 90,7-11-68,3-20-145,2-5-51,0-5 34,11-2-16,5 11-7,9-2-38,14 5 33,-7 15 0,9 14-12,-8 17-16,3 30 17,-10-9-107,-10-3 1,-4 3 114,-9-7 0,-5 3-1672,-14 24 1,-4 1 1674,6-16 0,-5 0 1,-8 5 1,-7 4 0,1-7-308,1-8 0,0-3 334,3-3 0,-1 0 0,1-4-3,3-7 0,2-5 143,-26 1 17,24-24 138,-1-18-205,17-11-34,7-17-68,12 15 7,19-18-18,4 26 3051,8-4-3100,7 21-180,9 26 67,-7-1-406,-3 12 0,0 3-577,-13-9 0,-1 1 431,5 5 1,1-1-2085,2-3 1,-3-3 2792,11 3 0,-5-3 0,-19-9 0</inkml:trace>
  <inkml:trace contextRef="#ctx0" brushRef="#br0" timeOffset="530218">2223 10692 20470,'-3'-3'3047,"2"2"-3013,1 1-1592,11-16-755,7 12 2313,19-12 0,-16 16 0,1 0 0</inkml:trace>
  <inkml:trace contextRef="#ctx0" brushRef="#br0" timeOffset="535778">3276 10540 17843,'-4'-26'2683,"1"4"-1905,3 20 444,0-9-1071,0 4 95,0-8-38,0 10-80,0 1-139,0 2-106,0 2-79,0 4 162,0 7 107,0 11-56,2 11 11,0 11-6,1 8-5,-1 3 11,-6 3-6,-2-2 29,-7-7 55,1-12-16,2-14 229,2-10 493,6-9-308,-1-2-230,1-8-212,-1-1 6,-3-17-57,2-24 17,6-7-413,3 19 0,3-1 390,4 5 1,2 1 8,5-1 0,2 2-146,2 0 0,1 3 126,17-14-19,-10 19 0,2 3-60,10 1 1,15 0-28,-20 18-39,-5 12-11,-6 13-12,-4 13 725,-5 8-756,-9-12 1,-3 1-42,3 15 203,-1 8-417,-2-33-16,0-10 258,2-9 224,0-6 55,4-8 1,3-7-23,5-6-39,6-2 67,6 0-44,-10 9-18,0 3-16,-8 9 33,-6 2 6,3 6-5,-4 4-6,-1 3-1,8 17-27,3-3 17,3 8-9,-1-10 0,3-1-311,16 11 316,-8-9 1,2-2 19,-1-7 1,0-3 8,2-2 0,0-3 92,30 1 67,-10-16 34,-11-12 17,-10-17 72,-6-13 85,-4-10-208,-14 28 1,-1-2 162,0-29-6,-10 5-152,-9 11-33,-12 13-83,-11 13-68,-10 11-6,-9 14-16,-4 8-84,5 14-185,11 7-639,13 5-3511,14 4 4430,13-5 0,2-13 0,4-12 0</inkml:trace>
  <inkml:trace contextRef="#ctx0" brushRef="#br0" timeOffset="537086">3598 10650 8338,'-1'-9'6351,"0"1"-2520,1 8-2564,0 0-327,7-53-156,-3 33-167,5-37-242,-7 50-263,0 5-280,-2 2 146,0 9 187,2 13-95,3 8 27,3 15 48,6 13-72,-6-26 0,0 1-31,-1 0 0,0-1 14,5 23 11,-6-22 115,-3-12 286,-2-11 247,-1-7-37,1-3-353,-1-7-213,-6-18-89,2 3-7,-5-14 24,0-12-7,3 3-192,2 12 0,0-1 187,2-22 0,1 6 22,1 8-10,0 12-29,0 12-67,0 10-210,0 6 585,0 23-338,1-6-214,6 42-421,3-11-603,-1-9 1,1 1 1256,1 0 0,0-2 0,2 6 1,0-4-1</inkml:trace>
  <inkml:trace contextRef="#ctx0" brushRef="#br0" timeOffset="537821">4781 10739 13161,'1'-7'2621,"3"-23"0,2-6-1114,1-3-919,-1-3 0,0-1 449,0-2-141,-4 11-224,-1 9-381,-1 10-398,0 9-128,0 8 190,0 24 68,2-2 5,1 36-17,-1-25 0,-1 1 0,1 25-17,-4-10 1,0-2 11,-1-9 10,-1-6 1,0-3 45,0-6 168,1-4 22,2-11 756,1-11-823,1-5-17,7-27-67,5-7-26,6-6 1,3-2-48,5-7-169,-6 17 0,2 3 164,9 1 16,11 1-45,-7 6-27,12 8-40,-16 19-1036,8 25 0,1 11-1266,-15-10 0,-2 2 1716,15 20 0,-5-1 0,-13-5 0,-11-18 0</inkml:trace>
  <inkml:trace contextRef="#ctx0" brushRef="#br0" timeOffset="539910">6279 10754 21197,'13'-50'489,"0"1"1,0-1 0,-2 6-1,0 1 1,-2 7-76,3-10-3,-6 22-501,-4 16 235,-2 13-128,5 20-45,1 14 33,-1-9 1,-1 4-479,0 14 0,-2 3 439,-1-3 1,-2 0 19,0-1 0,-2 0-13,-4 4 0,-1-2 161,-7 10 130,0-2-152,5-32 39,-5-43-95,6 2 34,-13-34-17,9-5-28,1-4-21,11 17 0,3-8 0,2 4-601,3 1 0,3 0 582,-4 3 1,1-3-1,2 4 1,7-4 0,3 5-23,1 5 0,3 2-3,0 1 1,3 3 10,5 0 1,1 5 422,23 3-448,-12 12 227,3 19-221,-18 13-3,-11 5 1,-3 5 7,-4 0 1,-5 2-66,-1 1 0,-4 1 73,-7 4 1,-6 0-28,-11 0 0,-4-3 53,8-6 0,-3 0 51,-20 8 0,-2-6 73,-2-11-29,-9 2 1499,15-20-1370,24-7 332,1-1-567,12 0-280,15 2 252,12 3 219,8 2-404,7 3 0,1 2-12,9 2-353,-1 1 1,4 1-205,-5-3 1,0-1-705,3 0 1,1-2 1006,-3 0 1,-1-2-707,-1-5 0,-3-2-207,-9-3 0,0-3 387,16-10 0,-2-3 1540,-16 4 0,-3-1 450,1-5 1,-5-1 1148,-13-4-33,-14 6-477,-14 4 246,0 9-879,-21 3-812,19 7 0,-17 3-140,17 4-67,2 7 28,7-4 0,15 7 96,19-4-57,0-4 50,15-8 1,4-6 72,-1-10-25,-3 3 1,-4-5 170,-8-15-157,-12 5 157,-9-9 118,-14 4-275,-6 2-83,-12 3-35,-5 15-10,-3 7-23,6 7-12,-10 20-10,9 31 11,15-25 0,3 1-182,2 11 1,5-1 181,9 9-14,7-13 0,4-3 8,20 8 11,-15-15 1,3-3-1,7-7 0,4-6 9,8-6 0,2-5 0,2-3 0,1-4-685,10-7 0,-2-5 690,-21 4 0,-1-5 37,11-16 0,-3-5-472,-15 8 0,-3-1 438,6-6 0,-3-3 0,-6-5 1,-4-3 7,-5-8 1,-3-1-15,0 12 1,-2-3 22,-3 1 0,-2-4 0,-3 7-169,-3 13 0,-3 3 202,-1-12 1,-3 5 223,-12 5-402,-16 36 61,8 27 31,13 7 1,1 10 0,3 1 30,3-7 0,3 1 0,0 3-66,1 3 0,-1 3 0,1 1 0,1-4-44,1 15 0,3-1-141,3-5 1,2 2-1,5-5 116,7-7 1,5-4 68,-1-3 0,3 0 0,4-7 145,18-7 0,2-10-141,-7-3 0,2-5-77,0-9 1,3-5 0,-2-3-356,5-4 1,-2-2 425,9-3 1,0-4 20,-14 1 0,-1-3 0,-3 2-210,0-3 1,-1 1 275,7-6 1,-2 0 32,-10 3 1,-5 0 1436,6-19-1053,-8 2-134,-18 2 392,-19 18-611,-5 8 1401,-24 6-1428,9 11-51,-16 8-22,13 13 5,4 12-5,4 11 16,6 7 1,6 2-6,8-1-11,9-5 0,10-8 812,6-10-767,2-12 83,5-10 18,3-19-39,3-5 10,3-16 12,-6-2-23,-5-2-17,-3-2 23,-5 5-39,-4 10 145,-2 4-140,-4 13-50,-1 1-45,-2 5-23,0 2 23,-2 2 34,0 5 5,-2 6 0,1 4-5,1 2-12,2 0-5,2 3 6,3 0-7,5 1 18,5-2-6,4-4 11,1-5 23,-2-6-1,-2-5 1,-1-4-6,5-6-22,6-5 22,23-26-6,-7 3 6,-14 7 0,0-1-165,-7 3 0,-2 0 154,11-20 2,-9 4 1,-2-4 13,-4 0 1,0-1-541,0 1 0,-1 0 526,1-10 1,-3 3 11,-5 22 0,-1 1 23,0-5 0,0 0 30,1-11 190,-11 2-140,-6 22 209,-8-3-315,-1 15 1045,4 5-1112,-2 3 22,7 12 11,-6 10 6,3 20 6,3 21-1167,10-9 1,4 10-1,0-4 1133,-1-8 0,2 1-28,1-3 0,1 6 0,2 0 0,-1-7-484,5 6 0,1-4 306,-2-7 1,0 2 0,1-1-412,7 18 1,1-1-526,0-3 0,0-2 758,8 5 1,-2-5 0,0 3 0,4-6 0</inkml:trace>
  <inkml:trace contextRef="#ctx0" brushRef="#br0" timeOffset="540288">9068 10798 20324,'-5'-5'3479,"0"2"-3267,5 3-189,0 0-23,9-61-2132,19 48 1,3 1 2117,-8-22 0,2 1 8,16 22 1,6 8 66,7-4 0,0-1-61,-10 1 0,0-1-132,-3 0 0,3-1 1,-4-1 139,2-2 1,-4-2-54,-7 0 0,-2 0 202,9-14 2894,-19 2-2592,-13 1 2110,-18-8-2222,6 16 486,-6-2-838,11 19 171,-1 3-199,-1 8 38,-4 16-22,0 2-11,3 4 0,0 4-145,0 22-88,4-8 1,2 1 14,4 9-74,0-22 1,4-2-773,7 0-1032,7 1-5414,2-17 6690,-3-10 0,-9-9 0,-6-2 0</inkml:trace>
  <inkml:trace contextRef="#ctx0" brushRef="#br0" timeOffset="540460">10024 10370 11998,'-31'-53'1124,"0"1"0,3 5 0,2 6 1771,-5 2-2979,14 19 1028,3 9-1442,12 16 618,3 14-1778,8 15-1451,9 15 3109,-3-16 0,1-2 0,4 5 0,0-2 0</inkml:trace>
  <inkml:trace contextRef="#ctx0" brushRef="#br0" timeOffset="540826">10594 10397 20380,'-3'-4'2476,"2"1"-2188,-29-8 1,-11 0 170,-4 11-589,-7-7 1,-2 5 196,24 12 0,2 5-22,-4 7 0,2 3-28,-6 12 97,16-9 0,5 3-103,7 11 6,7 12 45,16-4-23,3-24 0,4-2-5,11 6 72,24-1 141,-21-23 162,8-7 29,-2-18-170,-11-8-156,-6-6 56,-8-9 101,-11-20-3194,-3 3 2967,-5 25 0,-3 2-25,-9-5-34,0 18-1417,-18 16 622,22 8-2409,-8 21 3221,38 9 0,-11-12 0,10 0 0</inkml:trace>
  <inkml:trace contextRef="#ctx0" brushRef="#br0" timeOffset="541186">10982 10537 26435,'-29'43'23,"6"-1"-21,16 6 1,3 2-376,-1-13 0,-2-3 370,-3 5 1,-1-3 19,-3 0 272,1-11-144,10-20 220,8-11-241,12-16-15,5-6 0,2-2-50,0 0 0,2 0-875,15-14 0,0 2 836,-16 17 0,1 2 2,15-8 0,0 6 185,3 8-235,17 0-17,-26 15-156,14 24-376,-16 9-297,-11-3 0,-2 3-1103,2 19 1977,-14-9 0,-3-2 0,0-9 0,-2 14 0</inkml:trace>
  <inkml:trace contextRef="#ctx0" brushRef="#br0" timeOffset="542245">11938 10970 16560,'11'-47'1125,"0"0"1,0 0 0,2-11 0,-2 8-33,-6 3-125,-28 17-940,9 11 199,-18 17 0,-4 11-210,-15 28-20,21-18 0,2 2 68,-1 11 1,7 2-66,8 10-5,-2-1-7,18-11 92,12-12-12,3-8 270,13 0-159,1-15 6,5-11-95,-6-2 100,7-17 174,-6-10-95,-3-1 34,-7-2 262,-14 19-537,-4 14-106,-2 7 44,-2 9 6,-1 8 34,0 12-28,0 30 5,3 0 3,2-19 0,3 0-566,14 19 586,2-15-261,27 2 283,-6-26 0,9-2-6,6-28 6,-25-6 0,0-4 8,1-4 1,0-2-529,4-12 0,-2-4 506,-8 1 0,-5-3 11,0-6 0,-3-1-3,-5 9 1,-1 0-8,-4 6 0,-1-1 0,-1 0 35,-1-18 1,-3 3-32,1 9 1,-3 1 97,-7-8 1,-7 7-34,-7 20-67,-9 0 460,6 30-511,2 36 40,3 19-5,11-18 1,2 7 0,2 1-609,2 6 1,2 2 0,1 1 481,-1 5 0,1 0 0,1 0-42,0-9 1,1-1 0,0 2-3111,1 11 0,1 1 0,-1-7 2628,-1-15 0,-1-2 0,3 20 1,-1-10-1,-3-30 0</inkml:trace>
  <inkml:trace contextRef="#ctx0" brushRef="#br0" timeOffset="542447">13640 10326 5146,'-27'47'0,"-1"0"0,6-9 0,1-1 0</inkml:trace>
  <inkml:trace contextRef="#ctx0" brushRef="#br0" timeOffset="542728">13896 10330 15913,'15'-46'1666,"-1"0"0,1 0 1,2-12-1,-1 6-669,-1-1-362,-9 29-366,-6 20-59,-9 27-109,-3 8 11,-2 6 0,-4 10 0,-2 3-892,0-1 0,-1 3 1,-2 1-1,1 0 778,1-1 1,-1 0 0,1 0 0,-2 2-1,3-7 1,-1 1 0,0 0 0,-1 2 0,0 1-421,-1-2 1,0 2 0,-2 1 0,1 1 0,0-1 0,1-1-43,-3 6 1,2-2-1,-1 0 1,0 3-1,-1 3 369,4-10 0,-2 4 0,-1 3 0,1 1 1,-1 0-1,2-3 0,1-3 0,2-6 1,-4 9-1,3-5 0,1-3 0,1-1 0,-2 10 1,0 0-1,0-1 0</inkml:trace>
  <inkml:trace contextRef="#ctx0" brushRef="#br0" timeOffset="544472">15020 10921 4435,'0'-6'7517,"0"2"-3632,0 4-2025,18-65-516,-10 33-593,3-14 0,-1 2 198,-5 17-182,-6-5-52,-7 20-563,-9 2 754,-13 11-889,-18 18 0,7 5 0,-1 6-569,1 2 1,2 2 556,-1 1 1,1 1 8,5 2 0,5 0-255,11-10 0,1 1 218,1 5 1,2 1-17,1 22-6,31-6 56,-1-24 45,28-6-11,0-33-15,-13 1 1,1-5 210,4-8 0,0-6-195,-5 0 1,-1-3 0,-2 1-220,3-3 1,-2-3 217,-5 0 0,1-4 0,-4 1 25,-3-3 0,-2-3-20,-1 2 0,0-5 1,-1 2-486,2-10 1,-1 2 546,0-5 0,-2 4 11,-5 21 1,-1 4-6,0-9 61,-4 14 417,-3 19-647,0 3 843,-7 29-792,-2-2-3,-2 9 0,-2 6 8,-6 9 1,1 1 385,2-8 0,1 2-405,-5 18 0,3 0 0,9-22 0,3 0-3,2 15 1,2-2 4,3-17 1,2-1 2,1 0 1,5-2-48,32 6 11,-15-24 1,4-4 16,8-1 0,0-4-292,-3-4 0,-1-6 345,4-8 1,-1-6 2,-1-3 0,-1-1-31,-5 4 0,-2-1 25,7-8 1,-6-1 22,-2-5-6,-2-5 95,-13 10 323,-8 16-373,-4 7-67,-4 8-34,0 0 673,-6 2-662,2-1 17,-1 1 12,4-1-1262,3-1 198,-2 6 117,2-1 554,-2 3-263,3-1 515,0-5-72,2 1 117,3-3 62,4 0 207,2-2-84,-5 1 212,-1-3-223,-5 2 6,-1 1 117,0-1 196,1-3 219,1-2-365,0 0-67,-1 0 6,0 4-118,-1 1 107,1-1-84,-1 1 72,0 0-140,0 0 68,0 0 706,0 1-819,-2 3 40,-3 5 11,-9 9-39,-7 11-17,-9 10 6,-3 7-51,2 2 28,10-11-5,8 9 22,19-18 16,2 4 24,25-9 10,10-11-39,5-7 0,5-2 9,-6-5 0,0-3-358,7-1 1,-3-3 401,-14-2 0,-6-1 37,0-9 241,-10-18-146,-18 7-90,-4-6 79,-19 1-39,-24 2-124,7 7 9,1 11 0,-1 3-37,-3 6-78,5 8 0,0 6-269,-7 17-277,16-1 0,3 4-838,-2 16 1468,11-8 0,3-1 0,2-7 0,0 11 0</inkml:trace>
  <inkml:trace contextRef="#ctx0" brushRef="#br0" timeOffset="545990">16397 10645 21293,'18'-36'644,"0"0"1,10-20-466,-40 67 6,-10 15-85,0-2 1,-2 3-56,0 4 0,2 2-34,0 0 0,3-1-61,-3 27 16,26-17 18,12-5-35,16-7-72,15-8-34,-17-15 0,2-2-215,5-2 1,1-3 79,2-3 1,0-2 69,-3-3 1,0-3 126,-4-1 0,-3-2 101,17-18 100,-13-4 40,-15-2 94,-9 0 102,-7 3 208,-5 0-360,1 14 163,-2-1-40,1 14 74,2 1-348,-1 4 172,1 2-188,-3 4-3292,-4 11 3331,0-2 10,-7 15-4,2-8 10,-2 4-72,4-5 10,4-6 147,3-6-74,3-3 4138,0-3-4110,4-3-38,0-1 73,3-3-113,-4 4 50,-1-1 18,-1 2-96,0-3-11,2-2 0,1-2 6,1-1 10,0 2 7,-2 2-12,0 3-5,-2 1 111,-1 2-66,1-4-29,1-1 6,1-3 17,2-2-23,0-1 17,0 1 34,-2 3-6,0 2-27,-3 3-130,1 2 135,-5 14-23,1-4-27,-4 21-1,2 4-33,2 21 28,2-14-23,14 15 34,-2-37 6,20 10 10,2-15 18,15-3-6,7-6 22,-1-13 34,-5-8 157,-4-17-146,-19 7 57,-2-18 49,-18-1-145,-1 7 90,-9-17-68,-2 30-67,-1-4-11,0 15-44,3 8-136,1 2-156,1 3-660,-4 16-2119,2 17-4480,0 13 6747,8 4 0,-1-23 0,1-11 0</inkml:trace>
  <inkml:trace contextRef="#ctx0" brushRef="#br0" timeOffset="547343">17643 10755 21142,'0'-5'2873,"0"1"-1601,0 4-1239,-35-20-56,24 54 1,0 9 17,-31-21 5,31 24 0,6 5 28,-4-10-39,4-17 44,0-1 108,2-12 27,8-14-45,16-23-11,4-8 3,-3 2 0,-1-1-26,5-9-11,-9 12 1,0-1 22,15-14-79,-2 11-11,17 4-44,-13 31 10,2 7 12,0 17-22,-6 7-18,3 13 42,-18-17 1,-2 1 3,3 19-6,-6 2 16,-9-17 23,-1-11 6,0-10 27,2-10 7,4-23-29,4-9 22,2-6 12,5-9-50,3 4-12,2 3-17,0 7-16,2 15 11,-10 11-1,14 2-4,3 19-1,-4-4 5,-1 6 1,0 3-17,8 7 36,-7-8 1,0 0-9,12 4-11,-7-9 0,2-3 33,16-2-16,11 3 11,-8-18 123,1-22-73,-18 6-17,-11-2 1,-6-4 38,-9-12 12,-3-14 33,-11 0-72,-2 14 33,-11 3-5,-5 13-85,4 6-55,-6 5 0,15 13 78,-4 9-17,6 3-78,-4 31 22,6-3-11,1-9 0,2 1-39,2 12-129,8 9-23,6-14 12,19 8 201,-8-20-83,30-11 83,-27-20 17,4-6 1,1-5 60,2-14-21,8-7 22,-8-15 27,-15 16 40,4-9 12,-11 18-52,-6 11-38,-2 8-40,-4 4-94,1 4 83,2 8 28,2 2-22,10 26 0,-2-5 27,4 18-16,-6-9-5,-3-3 5,-1-7 0,-1-9 11,3-10-5,0-7 44,19-15-28,-1-7 1,8-5 27,11-21-22,-15 14-22,11-9-6,-14 19 5,-12 9-27,2 7 5,3 15 17,6 5-5,-3 3 21,3 1 7,-5-9-6,12 0 27,6-7-21,-7-6 89,17-20-67,-26 3 61,15-26-5,-23-17-660,-10 25 0,-1-2 578,-1-11 1,-3-2 2,-1 3 1,-2 0 14,-2 4 1,-1-3-1,0 4 16,-1-2 0,0 3 0,-3-9 1,-2 7 24,0 13-67,2 17-33,2 10 16,0 14 6,-1 5-11,-1 15 0,1 8-6,3-3 0,1 2-243,-2 23 0,1 1 229,3-17 0,4 1-87,2 0 1,2 3-1,3-4-402,4 1 1,2-2 306,0-3 0,2 2 1,1-4-391,9 1 1,0-5 115,-5-10 0,1-3-3863,8-4 0,0-5 4350,0-4 0,4-3 0,-24-6 0</inkml:trace>
  <inkml:trace contextRef="#ctx0" brushRef="#br0" timeOffset="547547">19655 10672 24049,'54'-18'128,"0"0"1,0 1 0,0 0 0,0 2 0,-4 3-110,1 7 1,-1 3-533,-3-2 1,2 0-1,-3 1 488,-3-1 0,-2 1-127,16-1 1,-2 0-1490,6 1-6109,-22 3 7750,-21 3 0,-11-1 0,-7 1 0</inkml:trace>
  <inkml:trace contextRef="#ctx0" brushRef="#br0" timeOffset="548828">20924 10573 14627,'8'-46'1558,"0"-1"1,0 0 0,3-15-1,0 6-687,-2 21 0,0 5-456,2-5 510,-3 9-852,-8 22-16,0 4-79,-1 15 160,-2 18-87,-2 28-40,1-8 0,0 2-433,1-14 1,1 1 426,-2 19 1,0 0-12,1-22 1,1-1-137,-2 7 1,0 0 146,0-7 1,-2-2 17,-4 21 38,-2-16 23,6-20 303,1-10 173,5-16-493,1-2 17,4-18 1041,4-7-1052,5-15-6,4-5 298,2 2-337,3 8-22,0 9-45,9 7 16,-8 13-33,20 4-5,-1 11 19,-6 8 0,1 1 8,15 7 0,-14 2 1,-3 3-46,1 14-27,-2 10 56,-23 0 38,-30-4-19,-11-20 1,-5-3-4,-21 8-149,9-18 0,-9-2 0,6-3-120,15-6 1,1-2 61,-23 3 0,5-6-3377,15-24-5501,33 4 9119,6-7 0,6 15 0,2 9 0</inkml:trace>
  <inkml:trace contextRef="#ctx0" brushRef="#br0" timeOffset="549528">21846 10640 22515,'-43'5'252,"1"1"0,-1-1 0,-11 0 0,7 4-213,5 25-50,10 6 11,6 1 11,8-1 39,17-9 62,13-11 146,18 0-79,11-11-106,2-8 64,-12-8 0,-1-4 166,8-10-158,7-6 298,-16-13-185,-16 11-17,1-11 27,-9 15 130,-3 6-297,-1 10-180,-1 4-117,0 5 112,0 7 107,0 1-12,0 17 0,4 15-5,0-5-23,6 19 11,7-12 12,-4-9-23,11 3 56,-8-25 34,11-6-11,-3-13-12,1-4 85,2-28-51,-10 1-62,4-9 11,-12 13 1,0-1 67,1-13-62,-3 15 0,-1 0 107,-1-9 50,-3 11 11,-2 11-89,-1 9-135,0 7-123,-1 4 123,1 9-28,5 9 62,16 31-6,9 5-372,-7-17 0,3 2 358,-2-5 0,0 0-11,-2-1 0,-2 0-338,6 24 274,-13-15-152,-24 0-419,-28-6-242,-9-6-1912,12-20 0,1-6-2228,-1-7 5031,1-18 0,31 12 0,1 0 0</inkml:trace>
  <inkml:trace contextRef="#ctx0" brushRef="#br0" timeOffset="550322">22490 10695 23657,'37'8'728,"13"-2"-689,-16-3 107,15-3 61,-26-5 224,4-18-229,-14 2 22,-6-12-39,-12 11-34,-5 5-78,0 6 78,-6 2-106,6 6-34,-3 0-5,7 3-23,-2 4-5,-2 12 22,0 7-23,1 14 12,5-7-50,10 26-12,6-16-28,13 16-28,14-17-549,14-10 369,-20-18 1,2-3-98,4-2 0,1-2 64,2-3 1,-1-2 190,-1-2 0,-1-1 128,18-5 69,-2-11 77,-33 2 17,1-9-11,-27 2-56,-6 7 279,-26-8 303,3 14-386,-18-2-101,7 13-129,10 5 23,1 7-39,10 12-12,-2 16-6,8 0-10,6 5 22,11-15 5,6-7 90,4-8 56,6-8-78,7-11 5,7-10-39,-4-4 31,-6-4 0,-2-5 31,5-25-48,-6 13 0,-3-6 86,-6 5 1,-3-2 0,-1 0-617,0-6 0,-4 1 631,0-16 0,-4 3 5,-3 24 0,-1 5 127,-8-22-68,5 19-61,4 16-85,5 10-106,1 6 23,3 21 0,7 14-6,-1-2 0,1 3-11,2 7 1,2 2-29,1 7 0,0 1-149,0 1 1,-5 6-113,-12-9 0,-4 7 1,-2-2-1,4-7 1,4-2-1,-2-1 1,-10 3-1,1 1 1,-1 0-1</inkml:trace>
  <inkml:trace contextRef="#ctx0" brushRef="#br0" timeOffset="564943">24155 10352 9649,'17'-56'1821,"0"1"0,1 0 1,-3 6-1,1 1 1,-3 7-584,4-8-398,-6 18-538,-5 16-375,-4 10 135,-7 19 212,-15 27-173,-2 0 0,-5 6-866,1-2 0,-3 5 1,-2 2 783,1-3 1,-2 3 0,-2 2-1,-1 1-537,3-4 1,-1 2-1,-2 0 1,0 2 0,0-1 520,3-5 1,0 1 0,-1 0 0,0 1-1,0-1 1,0 1-297,-1 0 0,0 1 0,0 0 0,-1 0 0,1-1 0,1 1 269,0-2 1,0 2 0,0-1-1,0-1 1,2-1 0,0-2-210,2-1 0,1-2 0,0-1 0,1 0 0,-2 3-44,0 2 1,-2 2 0,0 1 0,0 0 0,2-1 0,1-4-1087,-1 3 1,2-3-1,0 0 1,0 1 1362,-1 0 0,-1 2 0,0 1 0,2-3 0,3-6 0,-9 16 0,5-9 0,-2 5 0</inkml:trace>
  <inkml:trace contextRef="#ctx0" brushRef="#br0" timeOffset="566284">24810 10625 18683,'5'26'611,"-2"-4"-536,-21 15 1,-7 4-497,10-12 0,0 2 451,-9 19 1,0 0 3,1 6-6,9-22 0,2-3 183,1 0-155,1-6 961,4-8 136,5-15-687,1-2-29,1-8 75,2-11-417,6-27-47,-2 15-1,2-1-41,2-2 0,1 1 54,2-1 1,3 2-44,15-11-28,8 8-6,-12 15-45,4 7 17,-18 11-72,9 9 72,-7 10 11,10 27 23,-11-10-31,-3 2 0,0 1-47,7 8 44,4 9-34,6-13 1,7-12 61,-7-8 28,18-4 17,-27-18 73,26-17-78,-24 3-1,19-23 17,-12 5 28,12-13 51,-12 13-40,-4 5 62,-14 19-168,-8 6-196,-2 3 191,-6 17-6,-2 12 33,0 3 12,3 21-12,7-30 17,18 24 23,2-26 16,16 3-5,-11-16 173,19-11-111,-24-4 313,22-23-51,-30 1-212,2-9 120,-16 6 1,-4 0-161,-2 1-28,-1 0 1,-4 0 101,-13-2-124,-3 5-140,-14 5-22,12 17 17,2 9-163,5 11-1484,3 19-90,5-5 1815,2 26 0,9-37 0,2 9 0</inkml:trace>
  <inkml:trace contextRef="#ctx0" brushRef="#br0" timeOffset="568981">26113 10762 16062,'25'-33'1413,"-1"0"0,-1 0 1,-7 6-1229,-16 16 11,-10-3-224,-3 11-17,-20 5 23,10 3-40,-14 9-33,19 0 67,1 0-23,5 7 29,8-4 16,0 10 18,6 1 16,6 5-31,16 6 0,4 0-3,0 2 3,0-5 1,1-3 13,-2-7-11,-9-8 0,7 7 67,-17-14 84,-6 2-5,-21-6-68,-19-1-11,-19 0-358,22-3 1,-1-2 301,0 1 0,-1-2-194,2 1 0,1-1 144,-22 0-1327,14 0-1749,21 0-3668,11 2 6783,13 0 0,-1 1 0,1-1 0</inkml:trace>
  <inkml:trace contextRef="#ctx0" brushRef="#br0" timeOffset="569467">26411 11023 15782,'30'-51'1357,"-1"0"0,-2 5 1,-7 9-429,-16 18-817,-2 10-252,-4 5 0,-6 11 146,-15 14 0,-17 19 13,15-12 1,1 1-229,2-4 1,2 2 199,-2 21 1,4 0-3,5-3-12,6-1 1,5 0-11,16-5 33,12 4-34,13-9 126,-6-22 1,0-2-9,17 1 14,-12-9 0,-1-5 182,11-11-93,-19 1 1,-1-3 0,-3-4 0,-3-4 8,0-12 0,-3-3-653,3-19 549,-12 14 1,-4 0 120,-5-14-93,-3 25 0,-3 0 65,-11-22-67,-19 3-90,7 22 5,-17-3-10,10 20-40,-12-1-17,-3 4-178,-8 6-147,14 9 90,5 3-216,15 16-2394,10 15 1053,3-5-736,6 12 2562,6 4 0,-1-28 0,1 11 0</inkml:trace>
  <inkml:trace contextRef="#ctx0" brushRef="#br0" timeOffset="569750">26582 11170 11956,'-4'-4'5814,"0"1"-1916,4 3-3775,-20-44-27,25 32-24,-11-33-21,31 51 5,4 20-11,-8 14-45,-3 5-17,-7 18-78,-3-7-183,1-15 1,2 3-417,4-4 0,2-1-175,0-2 1,3-3-958,0-6 0,2-4-6015,13 2 6993,-8-14 0,-10-7 0,-8-5 0</inkml:trace>
  <inkml:trace contextRef="#ctx0" brushRef="#br0" timeOffset="570106">27160 10846 19384,'21'-52'296,"-4"12"-16,-16 84-207,-1-15 8,-2 4 1,0 2 97,-6 19-73,0-12 1,-1 1-375,-3 14 335,4-16 0,2-1 79,3-3 17,3 6 44,8-14 95,2-13 68,5 0 123,12-8-392,-7-4-14,13-4 0,2-1-65,1 0-11,4-2 0,4 0-5,11-2-206,-20 0 0,0 0-1968,27-4 2168,-17-4 0,-21 7 0,-13-2 0</inkml:trace>
  <inkml:trace contextRef="#ctx0" brushRef="#br0" timeOffset="586029">24827 10743 13065,'8'-38'1720,"-2"7"-913,-5 23-79,-1 1 207,0-2-414,0 4-157,0 0-247,0 4 735,0 0-807,-6 6-11,2-2 50,-15 14-56,8-6 44,-15 14 63,-4 10-96,4-7 106,-5 9 1,-1 3 0,-6 8-394,9-9 0,0 0 326,-3 9-351,10-2 318,11-14-28,6-7 56,4-9 72,1-10 6,0 0 404,0-6 1290,0 0-1117,1-2-45,3-7-650,1-4 74,12-30-62,-1-1-17,-3 12 0,1-3-150,-2 5 1,1 0 137,13-28-4,-6 17 21,7-8-16,-15 27 11,8-12 17,-9 19-34,-3 4 0,5-2 260,-7 8-271,10-4 0,5 4-11,-4 0-17,10 3-6,-9 7 12,0 3 22,-4 3 34,-2 15-34,-4-3-12,4 15 18,-1 0-23,2 4 17,-4-8-17,5 20 12,-6-16 10,3 17 7,-4-15-12,-2-12 11,0-2-6,-3-12 57,1-1 33,-2-7 28,0-4 269,0-2 107,2-5-421,0-6-55,2-2 89,3-19-79,-1 3 6,2-14-22,-2 11 1,1-23-7,-1 11 11,3-19 23,-2 15-28,0 5-6,-2 13 39,3-5-38,-5 18-35,7-20 40,-5 15-23,2-2 6,-1 4 0,-3 10 17,-1 1-17,-2 5-325,0 4 342,-1 7-23,1-1 12,1 7-12,0-3 51,0 0-73,-2 2-247,0 1-1024,-6 5-8532,-4 5 8784,0-4 1,1-5-1,6-10 1</inkml:trace>
  <inkml:trace contextRef="#ctx0" brushRef="#br0" timeOffset="591070">10920 8422 18128,'-41'-10'913,"-1"0"0,4 1 0,10 2-801,23 5-78,4 2 0,14 0 55,17-1-33,33-1-76,-20 1 1,3 0-432,9 0 1,0 0 189,3 3 1,-2 1-155,-5 1 1,-4 3 42,-9 1 0,-6 4-83,0 16 175,-42 7 151,-34 8-68,20-24 0,-3 0 222,-24 13 1,-3-1-216,14-7 0,0 0 251,1-2 1,-2 2-1,2-2 82,-7 4 0,2-1-1344,-2 1 1,3-3 1351,-11 6 79,3-1-191,38-20 206,3-1-139,19-9-39,18-10-70,14-7 1,7-3-15,-9 3 0,2-1 57,-3 0 1,3 0 0,-4 0-36,3-3 1,-4 2 16,-5 0 1,-2 0 3093,12-15-3077,-20 5-17,-21 3-5,-18 3 33,-19 0 74,-12 1 128,-6 1 134,2 1 112,8 1-5,11 2-118,12 2-139,10 5-157,6 5 902,11 2-975,11 3 10,18 0-21,18 6-4,-18 1 1,2 3-252,4 3 1,2 3 242,1 3 1,-1 3-40,-1 2 0,-3 3-46,-5 1 1,-5 2-53,-7 1 0,-7 3-132,-10 0 1,-7 2-362,-8 0 1,-6 0-2292,-7 1 0,-4-2 2938,1-2 0,2-5 0,-2 1 0,17-17 0</inkml:trace>
  <inkml:trace contextRef="#ctx0" brushRef="#br0" timeOffset="591576">12402 8368 18288,'60'-14'2,"0"0"0,0-1 0,-7 3 1,0-1-1,-1 3-62,-1 1 0,-1 2 1,-1 1-298,-2-1 0,-2 1 0,-2 1-589,5-1 0,-3 0-1144,-3 1 1,-7 0-7742,-9 3 9544,-17 1 0,-8 1 0,-1 0 1</inkml:trace>
  <inkml:trace contextRef="#ctx0" brushRef="#br0" timeOffset="591777">12965 8258 8220,'-7'0'8245,"2"0"-7086,5 0 97,0 0-898,-47 44-78,34 12-263,-12-20 0,2 2-3,17 6 0,6 2-390,-3-10 0,-1 1 112,-2 10 1,0 3-446,-1-1 1,0-1-682,1-1 1,1-2-871,0-4 1,2-2 2259,3-3 0,3-3 0,-2 3 0,6-10 0</inkml:trace>
  <inkml:trace contextRef="#ctx0" brushRef="#br0" timeOffset="592218">13498 8746 15597,'6'-43'1292,"1"-1"0,-6 2 0,-6 12-1034,-11 25 184,-23 1 68,-7 19-320,-3 4-134,1 7 11,9 6-33,15-4-40,1 5-44,10 0 16,14-12 23,4-6 73,22-10-18,-9-7 96,31-20-5,-16-7-68,8-8 146,-20 10 0,-3-2 146,2-11 10,3-13 79,-14 20-218,-4 14 212,-4 8-397,0 9-73,-1 0-56,0 9 73,-1 0 73,-2 24-51,1-1-22,-2 9-12,3 3-268,2 7-314,2 1-566,1 5-1304,3-18-2986,2-11-2409,5-11 7870,-3-8 0,0-6 0,-8-1 0</inkml:trace>
  <inkml:trace contextRef="#ctx0" brushRef="#br0" timeOffset="592709">13786 8398 14264,'9'-53'2016,"0"-1"1,-3 10-1,1 7-1058,0 10-466,-5 17-419,1 2-45,-1 9 84,1 11-50,4 12-17,7 29-34,-5-10 3,0 0 1,-2 1 7,-1 11-157,-2-23 0,-1 1 174,-1 24-11,-4-26 34,-4 17 66,-5-13-38,2-6 274,1-8 386,5-16-72,3-7-77,0-7-484,0-9-78,0-1 45,6-23-39,1 12-6,7-11-39,5 15 12,7 6-7,8 8-10,-3 6-12,15 6-6,-6 11 7,12 7-10,-22 0 1,-1 2-14,12 18-6,-5 10 12,-27-6 38,-23-2 29,-19-4-26,7-20 1,-4-2-303,-5-3 1,-2-2 276,-3-2 0,0-3-53,1-2 0,2-3-434,-25-10-1008,23-11 285,20-4-4345,42-32-1509,16 13 6441,-10 14 1,1 3-1,8 1 1,-15 14 0</inkml:trace>
  <inkml:trace contextRef="#ctx0" brushRef="#br0" timeOffset="593059">14457 8393 9010,'4'-3'8474,"0"1"-5029,-4 2-3238,-2 32-78,1-1-56,1 30-45,7-10-11,1-12 39,14 9 5,-6-21 12,4 3 510,-1-14 67,-5-13-96,9-10-162,2-15-50,3-15-62,-1-12-448,-4-9 255,-13 27 0,-2 0 30,4-29-16,-5 8-51,-4 17 90,-4 5-184,-1 19-427,0 0-475,-1 11-858,2 12-2301,3 14 4105,9 21 0,-5-19 0,5 1 0</inkml:trace>
  <inkml:trace contextRef="#ctx0" brushRef="#br0" timeOffset="594450">14991 8870 23965,'14'-43'222,"1"1"0,0-3 0,0 1-177,-1 4 0,0 0-619,1-8 0,0-2 591,1-6 0,0 0-541,-1-4 0,-1 1 546,-1 1 1,-3 1-4,-2 5 1,-1 2 179,-3 7 1,-1 2-133,-4 8 1,-2 2 100,-3-13-33,-4 17-113,0 16 504,-2 14-515,-7 20-11,-10 23 353,11-12 0,1 4-379,-2 6 1,2 4-471,3 4 0,2 2 451,3 2 0,3 0-39,5 0 0,4-1-453,4-4 0,4-2 313,4-5 0,5-2-363,4-6 1,4-3 26,3-4 0,3-5-264,4-4 1,3-5-129,1-4 0,2-5 198,3-7 1,-1-5 419,0-4 1,-1-4 319,-1-6 0,-3-3 185,-3-3 0,-3-3 181,-5-1 1,-3-1 151,-6 1 1,-2-1 700,5-25-130,-13 8 879,-13 8-1203,-7 8-208,-7 7 679,-3 9-1076,0 7 450,0 7-568,-1 13 379,-1 10-407,0 14 5,2 10-5,6 3-28,6 0-5,7-6 16,6-8 11,4-10 51,0-11 28,-1-8 117,2-8 1,13-16-68,0-8-11,9-17-34,-8 0 34,-6 0 151,-5 8-95,-6 13 259,-5 8-259,-3 11-129,-2 0-67,-3 7 22,-7 9-3397,-12 17 3392,6-2-28,-4 19 22,17-11 17,5 9-23,11 0-5,16 4 23,-5-19-6,17 4 22,-8-22 0,9-2 0,2-11 6,12-19-6,-18 1-6,-9 0 1,-2-3 17,9-16 1501,-14 12 0,0-1-1513,-2 1 0,-1-1 7,-1-1 1,-2 1 3,3-11 1,-6 9 10,-11 16 23,-4 5 0,-3-1 45,-4-1-67,4 3 376,0-2-365,6 4-14,0 0-36,1 1 16,0 3 302,0 1-279,-2 1-23,1 0-5,-2 0 11,1 0-247,1 0 213,8 7 23,-1-2-12,31 15 12,-16-11-1,21 5 1,-9-10-17,15-1 5,-9-4 57,22-6-18,-38 1 57,12-9-1,-23-6-33,-4-4 17,-6-8 22,-6 6 51,-2 4-56,1 8 83,0 4-61,3 8-140,1 1-5,1 13 33,1 0-12,4 23-4,4 23-12,-2-8-476,-4-8 0,0 7 0,-1-6-1846,-3 21 2350,0-16 0,-1 8 0,1-11 0,-2-5 0,-2 19 0</inkml:trace>
  <inkml:trace contextRef="#ctx0" brushRef="#br0" timeOffset="598918">14681 11491 9806,'-45'-10'1234,"-1"-1"0,7 2 0,6 1-428,11 3 219,12 2 174,6 2-342,3-1-476,7 2-62,14-3-28,24-2-207,-9 3 0,5 0-647,12-1 1,4 2 580,-12 0 1,2 0 0,1 1-529,6-1 0,2 1 0,1 0 513,5 0 1,1 0 0,2 0-466,-13 0 0,1 0 0,0 1 0,1-1 462,3 1 0,1 0 0,0 0 0,1 0-367,2 1 1,1-1-1,0 1 1,0 0 367,2 0 0,0 1 1,1-1-1,0 1-193,-13-1 1,1 1 0,-1 0 0,1-1 0,-1 1 188,0 0 1,0-1 0,0 1 0,0 0 0,-1 0-1,13 0 0,-1 1 1,1 0-1,-1 0-106,-2-1 0,1 1 0,-1-1 0,0 0 109,0 1 0,0-1 0,0 0 0,-3 0 0,4 0 0,-3-1 0,5 1 0,-12-1 0,4 0 0,2 0 0,-2 0 0,-3 0-2,-2-1 1,-4 0 0,0 1-1,3-1-4,3 0 1,4 0-1,1 1 1,-1-1-1,-3 0-1,2 0 0,-3 0 0,-1 0 0,0 0 60,-2 0 1,-1 0-1,-1 0 1,0 0-58,11 0 0,0 1 0,-2 0 4,-4 0 0,0 1 0,-3-1-3,6 0 1,1 1-2,0 0 0,4 1 1,-7-1 0,-14-1 0,0 0 5,10 1 0,6 0 0,-5 0 345,-7 0 0,-2-1-361,10 1 0,3 0 0,-2 1 0,-1-1 3,-1 1 0,0 0 2,7 0 1,-1 0 5,-18-1 1,0 1-10,11-1 1,0 1 699,-16-1 1,-1 0-706,9 0 0,1 0-5,0 0 0,1-2-4,0 1 1,0 0 11,-10-2 0,1 0-17,16-1 1,1 0 16,-15-1 0,0 0 0,16 0 0,-1-1 2,-10 1 1,-1-1-199,6 0 1,-1 0 148,15-2-37,-19 2 0,-3 1 920,-1-1-1026,2 0 0,3 0-4,17-3 155,-15 2 0,1-1 36,-9 1 0,0-1 25,-2 1 1,-1-1 25,27-4 567,-10 0-472,-14 0 496,-13 2-547,-13 2 2804,-6 0-3773,-3 2 521,-6 1 269,-2 2 78,-27 0 18,-6 0-7,6 0 1,-2 1 0,-3-1 0,-2 1-752,-5 0 1,-2 0 812,-5-1 1,-2 0 8,-4 1 0,-2-1-22,17 0 1,0 0-1,0 0-4,-8 0 1,-3 0 55,1-1 1,-5 0 0,4 0 19,-4-1 0,0 0-53,3 0 0,-3 0 0,1 0-8,10-1 1,1 1 0,0-1 9,-3 1 0,0-1 0,-1 0-10,-3 0 1,0-1-1,-2 0-17,-1 0 1,-2-1 0,-4 0-3,10 0 0,-5-1 0,-1 0 1,2 0-1,4 0-982,-8 0 0,5 0 0,-2-1 960,1 0 0,-4 0 0,1 0 0,6 0 4,6 2 0,5-1 1,-1 1-201,0 0 1,0 0 0,-2 1 197,-7-1 1,-3 0-1,2 1 2,3 1 0,1 0 1,0 1-272,3 1 1,-1 0 0,1 0 292,0 2 1,1 0-1,-1 0-3,0 1 0,0-1 0,0 1 46,0 0 0,0 0 0,0 0-65,-1 0 0,0 0 1,1 0-3,0 0 0,0 0 1,-2-1 4,-1 0 0,-3 0 0,0 1 0,5-1-12,-14 0 1,-1 0 14,5 0 0,-7 0 0,-1-1 0,10 0 16,0 0 1,4-1-21,3 0 0,-2 1 0,2-1 34,-4-2 1,2 0 36,-3 0 0,2 0-53,9 0 0,-2 0 41,-3 0 1,-5 0 0,7 0-298,14 1 0,1 1 258,-17-2 1,-4 0-322,-9 1 1,2 1 293,25 0 0,0 0 10,-11 0 1,-6 0 0,6 1 107,5-1 0,3 1-99,-10 0 0,0 0-6,2 0 1,2 0-6,2 0 0,2 1 14,3-1 0,2 1 837,2 0 1,0 1-855,-5 0 0,0 1 1326,-12 3-1337,12-2 0,0 1 17,-16 4-6,19-3 0,-1 1-6,1-1 1,0 0 3186,-28 4-3181,28-5 0,3-1 6,-11 1 5,-11-2-11,16-3-11,-15 2-5,-4-1 24,21 1 1,2 0 625,-11 0-611,-1 1-3723,34-3 3566,3 0 280,22 3-12,1-2 51,39 3-137,-19-3 0,3-1-549,18 1 0,5 0 503,-14-1 0,3 1 0,0-1-2,5 0 0,2 0 1,2 0-7,-3 0 1,3 0 0,1 0-1,-5-1-418,1 1 0,-3-1 1,1 0 415,8 0 1,1 0 0,1-1 4,-13 0 0,0-1 1,-1 0-1,1 0 3,10 0 0,0 0 1,6 0-10,-15 0 1,5 1 0,3-1 0,0 1 0,-2-1 0,-5 1-3,1 0 0,-5 0 0,0 1 0,4-1-5,4 1 1,3 0-1,2 0 1,-1 0-1,-5 1 2,-5 0 0,-3 0 1,0 1-1,2 0-266,9 1 1,3-1 0,0 1 0,-1 0 262,-3 0 0,-1 1 1,-1 0-1,-1-1 0,-4 1 1,-2 0-1,1 0 1,-1-1-1,0 1 1,1-1-1,-2 1 1,-3-1 7,15 0 1,-2 0 6,-12-1 1,1 0-1,-4 0 133,-3-1 1,-2-1-140,12 0 0,2 0-6,2 0 0,1 1 6,3-2 0,2 2-6,4 1 0,-2 1-3,-12-1 1,1 1-5,5 2 1,5 1 0,-8-1 9,-14 0 0,-1-1 2,17 3 0,8 0 0,-10-2 376,3 1-378,-15 0 0,1-2 5,-6 0 1,-1-2 8,3 1 0,0 0-14,-1-1 0,2 1-253,4-2 1,-2 1 258,4-1 85,3 0 0,5-1-94,-4 0 0,-1 0 0,1 1 1,-1-1 131,-2 0 1,-3 0-133,-9 0 0,0 1 0,11-2 1,4 1-1,9-2 0,2 1-3,0-1 1,-3 0-4,-10 0 1,-4 1-3,20-3 16,-24 1 1,-2 0 0,2 0 1002,-2 0 1,-4 0-993,-18 2 2989,6 0-3010,-11 1 379,5 1-341,7 0 807,4 0-823,0 0 5,5 1 0,-6 0 51,4 0 179,-5 0 23,-9-1 16,-4 0-179,-9 0-1003,-1 0 891,-9 0 0,6 0 0,-7 0 0</inkml:trace>
  <inkml:trace contextRef="#ctx0" brushRef="#br0" timeOffset="602455">17627 8303 17837,'-5'0'3562,"0"0"-2374,5 0-1227,-8-21 22,30 9 12,17-18-18,21 19-1089,-16 6 1,5 1-1,-4 0 1048,-7 1 0,2 1-120,14-1 1,8 1 0,-8 0-141,-15 1 0,-3 1-51,11 1 0,-6 2-113,-19 6 488,-66 18 67,-5-6 1,-5 1-289,6-2 1,-4 1 333,-4 0 1,-4 2 0,9-4-41,16-5 0,2-1 47,-28 12 1,5-2 2601,22-7-2773,-2 3 411,42-14-248,25-5-67,6-3-45,13-6 0,2-2-359,8-4 359,-16 2 0,6-3 0,-5-1 28,-10-1 0,-3-2 28,11-7 0,-5-3 56,-6-24-61,-23 12 330,-18 11 1,-5 2-158,-15-9 87,3 10 1,0 2 242,-7-2-313,7 7 0,18 15-213,6 5 296,2 0-341,8 9 210,9 8-198,16 16-9,-8-3 0,0 1-14,10 15-270,-14-9 1,-5 2-487,-15 18-1028,-9-18 0,-5 1 1812,-3-4 0,-2-3 0,-11 10 0,9-18 0</inkml:trace>
  <inkml:trace contextRef="#ctx0" brushRef="#br0" timeOffset="603656">19156 8185 20224,'10'18'716,"0"11"-581,-3 34-46,-3-1 18,-2-4 61,-8-9 106,-4-10 152,-4-12 224,1-12-40,1-9-262,1-14-113,-1-12-84,-1-20-95,3 1-6,5 0 1,1-3 16,3-22-375,3 19 0,1-2 364,2 12 0,1 3 50,11-25-44,4 13-23,5 11-45,5 11 6,-4 10 11,28 5-27,-10 12 13,-11 0 0,0 4-8,-4 4 0,-2 3-139,-1 3 0,-1 2 130,-3 4 1,-1 1 5,-4 2 0,-2-1 9,6 18 5,-9 14 5,-9-31 699,-6 18-654,-2-32 85,-3 1-79,3-14 44,-6-21-77,6 4 329,-2-43-302,11 15-28,-1 11 1,3-1 27,17-23-38,-6 23-18,8 3 17,-11 25-28,6 1-27,3 15 10,6 9 12,5 14-6,5 12-51,-14-14 1,-1 0-62,11 13-70,-13-14 0,0-2-597,2 4-447,4 3-304,-3-10 254,-2-12 716,1-15 503,0-16 243,1-15 183,-2-12 208,0-8 201,-1-3 146,-1 3 40,-3 9-107,-4 11-174,-7 12-268,-4 10-270,-2 7-139,-2 2 27,0 11 18,-2 10 16,1 20-33,-1 17-312,1-22 1,0-1 310,1 24-5,0-13 0,-1 0-28,1 18 28,0-18 0,0 1-17,1-11 1,0-1-269,1 29-1182,0-5 1467,0-5 0,-2-23 0,0-8 0</inkml:trace>
  <inkml:trace contextRef="#ctx0" brushRef="#br0" timeOffset="605114">19976 8077 20263,'-5'-38'840,"2"9"-717,6 37-56,0 2 39,7 16-33,4 5-34,6 13-45,-5-14 1,2 0-325,19 22-348,3-3-4238,-4-23 1,0-5 3169,0-2 1,15 5 0,-41-20 0</inkml:trace>
  <inkml:trace contextRef="#ctx0" brushRef="#br0" timeOffset="605821">20846 7854 10965,'2'-9'6743,"0"2"-5420,-2 7-108,0 0-403,-53-64-415,18 46-271,-4-16 0,-2 4 37,-7 29-107,13 4 5,-4 11-21,23 3-18,-1 6 28,12 20-21,11-3-21,-1-9 1,2 2-4,3-2 1,2 0-160,1 2 1,2 0 147,3 1 1,0-1-10,2-1 1,1 0-6,1-3 1,0-1 19,17 19 5,-11-11 23,-16-10 29,-24-6-23,-20-3-3289,-19-4 3283,5-6-13,9-6 1,1-3-72,-9-9-303,-12-4-1427,31-6-5831,19-1 7617,16 2 0,-1 6 0,2 5 0</inkml:trace>
  <inkml:trace contextRef="#ctx0" brushRef="#br0" timeOffset="606296">21335 7915 13810,'0'-4'4744,"0"2"-1563,0 2-2811,-79-14-246,46 20-393,-26 2 0,0 8 319,21 29-39,13-11 1,3 2 171,4 11-164,15-13 1,5 0 2,14 8-8,-2-12 0,4-1-369,30 7 346,-19-21 1,2-2 25,3-3 0,1-2 22,1-2 0,0-3 31,-3-4 0,0-3 138,24-11 49,-16-15-10,-15-13-152,-14 4 116,-19-8 0,-10-11 0,2 8-222,-4-6 100,2 8 1,-5-7 0,1 13 134,-4 15-89,-9 1-130,7 13-27,4 9 371,1 16-349,7 2-78,-15 37-269,13-2-82,6-11 1,4 3-913,6-1 0,4-1-1079,2 3 1,4-1-1295,4 0 1,3-1 1876,2-5 0,1-3 1906,16 15 0,-11-23 1,-11-14-1</inkml:trace>
  <inkml:trace contextRef="#ctx0" brushRef="#br0" timeOffset="606520">21270 8295 18162,'-12'-48'1540,"0"0"1,1 5-1,5 7-666,9 10-202,0 12-627,0 8-45,-2 5 22,0 12-5,4 9-11,5 19 5,7 12-39,9 6-296,-10-28 1,2 0 197,0-1 0,2-1-213,2-1 0,0-1-356,1-1 1,0-2-2201,25 17-4611,-2-9 7506,-9-12 0,-16-9 0,-10-7 0</inkml:trace>
  <inkml:trace contextRef="#ctx0" brushRef="#br0" timeOffset="606822">21952 7991 13782,'1'-8'6906,"0"3"-5438,-1 5-337,11-67-442,-8 49-600,3-19 1,0 8-6,-6 28-22,-7 33-28,-2 4-26,1-2 0,0 2-317,1-1 0,1-1 303,0 3 0,1 0 12,2 6 0,1-1 22,1 13-17,3-21 0,3-2 51,11 1 27,8 2-10,-2-13 184,21-6-190,-4-11-51,12-4-47,-1-4 0,2-2-132,-18 2 0,-1 0-137,14-2 0,0 1-9537,13 2 7986,-38 2 0,4 1 1,-24-1-1</inkml:trace>
  <inkml:trace contextRef="#ctx0" brushRef="#br0" timeOffset="612853">28235 10942 17311,'31'-18'-55,"1"-1"1,4 2 0,3 5-41,10 10 0,2 5-774,-2-1 0,-1 1 581,-6 2 0,-2 0-609,16 10 631,-25 1 47,-29 2 374,-28 2-171,-8-1 72,-6-4 0,-3-1 39,12-5 0,-2 1 70,-12 3 0,1 0 177,-16 4-196,19-4-90,18-4 880,13-1-566,16 0-57,11 1-128,20-3-110,-2-4 1,2-1 8,16-3-79,-12-2 1,-1-3 397,3-10 39,5-12-33,-15-8 331,-13-20-432,-10 16 381,-13-19 39,-10 22 11,-10-8 11,-4 5-71,2 10-131,7 8-245,8 11 0,6 7-504,3 4 206,26 21-5,-8-5-17,23 20-1928,-8 2 0,-1 1 1609,4 7-191,-1 5 0,-8 4-2542,-26-11 0,-7-1 921,2-7 0,-5 0 1844,-12 12 1,-4-8 0,2-14-1,-2-1 1</inkml:trace>
  <inkml:trace contextRef="#ctx0" brushRef="#br0" timeOffset="614643">29433 11050 13575,'9'-60'2197,"0"0"1,-2 5 0,0 13-1695,-3 30 164,-1 1-432,0 5-285,-1 1 16,1 8 140,1 24-66,-1-2 44,1 35-17,-9-16 0,-2 1-48,2-7 1,-1 0-9,-2 6 1,-2-3 44,-4 7 67,4-21-16,1-4 369,3-10 470,4-12-811,0-4-40,0-15-22,0-13-6,1-16-22,2-15 2,1 18 1,1 0-26,-1 12 1,1 0 21,4-20 1,3 1-1084,4-3 1059,-5 22 0,1 1-9,7-6-17,20 0 6,-5 16-5,23-6-57,-9 24 34,-10 7-22,9 11 5,-3 20 34,-6 9 5,-18-14 0,-4 2-22,-3 26 45,-16 0-6,-3-16 17,-18 9-5,9-28 27,-3 4 1280,9-18-1038,9-13-253,1-3 84,2-30-89,2 11 13,4-9 1,4-4-20,14-11-17,-11 19 0,3 1-11,2 3 0,2 3-39,13-7-11,16 0-18,-11 15 46,-6 8-12,1 19 6,-17 0-5,15 22-6,-13 3-20,-5-6 0,0 2-42,5 24 34,-9-24 0,-2-2-84,3 13-118,1-8 134,-1-13 147,1-10-1,4-17 6,4-12-6,-1-3 45,15-20-6,-9 9 180,15-17-90,-21 25-62,-2 4-117,-16 17-135,-1 5 146,-3 9 12,-2 10 4,-1 12-16,2 17 23,5-14 5,7 12 0,5-23 5,5 5 7,-4-12 55,5-4-6,-9-11 107,13-9-89,-9-11 27,8-15 6,-6-11-11,-3-7 17,-3-4 22,-4 2 22,-2 6 1,-5 9 11,-5 8-90,-7 7-84,-1 9-45,-18 3-34,8 9-89,-11 6-157,11 10-246,7 11 156,6-2-1820,9 20-693,14-10-3290,12 15 6218,15-11 0,-15-17 0,-1-6 0</inkml:trace>
  <inkml:trace contextRef="#ctx0" brushRef="#br0" timeOffset="615450">30822 10929 17798,'15'-42'1462,"1"-1"0,-2 5 0,-3 9-1120,-9 20-34,-2 5-342,0 3-16,0 7 83,-2 7-38,-2 12 10,-1 9 7,1-4-1,-1 19-6,4-16-5,-1 13 17,1-17 28,1-10 218,1-9 6,-1-7 213,3-6-152,5-15-145,3-7-17,8-16-11,2-2-1,12-8-128,-10 16-5,12-2-23,-18 23-51,2 2-33,-7 7 12,-1 11-85,1 8-140,4 14-112,3 8-173,1 6-213,4 1-147,4-2-15,9-6 133,8-9 348,7-12 359,2-9 162,-1-13 16,-15-2 326,10-21-1,-21 2 90,10-16 123,-15 4 90,-8 0-16,-7 5-97,-10 6-156,-9 5-184,-11 7-141,-10 8-67,-6 8-39,-9 18 5,16-4-50,-6 21 0,22-8 28,1 7 6,9 0 16,11-4 51,6-4 61,7-10 96,4-6 162,9-17-219,-10 1 135,10-17-16,-12 5-124,-2 0 415,2-4-483,-13 14-38,3-2-129,-8 11 28,-1 10 61,0 12 17,0 25-17,0-13 1,0 2-235,0 9 0,1 3 195,1 4 1,1 2-667,-1 3 0,0 1 498,0 1 1,-3 0-127,-5-2 0,-7-1-11,-5-4 0,-7-4-95,-7-7 0,-6-6-628,-5-9 0,-4-7-2562,-2-8 0,-1-7 3635,6-6 0,3-2 0,-12-5 0,25 0 0</inkml:trace>
  <inkml:trace contextRef="#ctx0" brushRef="#br0" timeOffset="616426">31985 10888 8074,'0'-4'8570,"0"0"-5696,0 4-1732,15-45-330,-12 33-465,11-33-302,-14 43 34,-4 8 5,-6 8-68,-10 13 24,-5 10-29,-1 7-34,6 1 18,10-2 16,12-5 17,12-5 12,14-7 50,10-9 66,5-9 40,2-13 51,-4-9 22,-5-13-152,-12 3 152,3-29-95,-14 9 5,-4 8 0,-3-2 79,-8-13-152,-5 7 0,-19 14-94,-6 13-102,-21 1-11,15 8-67,-4 8-879,16 15-768,8 6-2856,-3 15 4671,15 4 0,3-18 0,5-2 0</inkml:trace>
  <inkml:trace contextRef="#ctx0" brushRef="#br0" timeOffset="616677">32373 10672 22453,'12'-29'-73,"1"23"-128,-4 61-234,-4-21 1,0 1-1280,-1 3 0,0 1-841,-1-1 1,-1 1-1650,0-4 1,-1-2 3346,-1 13 1,0-20-1,0-19 1</inkml:trace>
  <inkml:trace contextRef="#ctx0" brushRef="#br0" timeOffset="616993">32367 10689 17277,'1'-57'1086,"1"1"1,0 1 0,5 12-706,12 26-191,10 0-89,8 8-56,7 9-45,4 14 11,-1 15-8,-24-7 0,-2 3-330,1 5 1,-2 2 318,-1 3 0,-1 1-15,-2 0 1,-3 2-62,-5 2 0,-5-2 78,-5 12 1,-17-3-60,-10-29 1,-5-4-124,3-3 1,-2-1-621,-16 4 1,0-3-804,9-5 1,2-2 1610,3-3 0,4-1 0,-4 0 0,14-3 0</inkml:trace>
  <inkml:trace contextRef="#ctx0" brushRef="#br0" timeOffset="618010">32950 10581 19944,'0'26'442,"-3"-16"-372,5 26 0,2 4-31,-4-11 28,1 24 213,-5-24-101,2-6 264,-5-4 140,3-13-23,-3-2-101,-4-7-263,1-8-50,-7-10-101,5-1 27,-1-13 7,5-10-51,2 7 5,5-16 35,11 14-35,1 2-10,4 4-18,0 13-27,0 8-1,10 1-10,-2 6 16,5 3 11,-9 5 1,5 7-18,-2 5-5,9 16 28,-10-7 0,2 21 0,-18-24 23,2 19-12,-12-20 6,2 0 5,-6-9 90,-2-8-50,4-1 106,-11-5-118,10 1 124,-6-10-96,11 4-55,-2-4-23,8 6-34,6 0 23,11 3 39,26 1-17,-10 5-28,3 5 0,0 4-5,5 10 22,10 7-11,-22 7-40,-17-5 29,-3 8 72,-19 3-16,-13-9-6,-9-5-129,-25-11-700,14-12 1,-3-3-605,8 1 0,-2-2 1405,-27-5 0,4-1 0,22 0 0,-18-4 0</inkml:trace>
  <inkml:trace contextRef="#ctx0" brushRef="#br0" timeOffset="623348">18945 8980 10186,'-47'-7'586,"0"0"1,0 1-1,-12-2 1,5 0-347,14 3 0,6 0 72,-2 0-486,28 1 82,20 2 325,25 1 1,13 1 76,7 0 1,7 0-958,-14-1 0,4 1 1,3-1-1,0 0 733,-6 0 0,1-1 1,0 1-1,2-1 1,0 0-409,-3 1 1,1-1 0,1 0 0,1-1 0,0 1 0,1 0 370,3-1 1,2 0 0,0 0-1,1 0 1,0 0 0,0 0-16,-6 0 1,0 0-1,1 0 1,-1 0 0,1 0-1,1 0 1,-1 0-14,1 0 1,0 0 0,0 0 0,0 0 0,0 0 0,1 0 0,-2 0-234,0 0 1,0-1-1,0 1 1,0 0 0,0 0-1,-1 0 1,-1 0 220,6-1 0,0 0 1,-1 1-1,0-1 1,-1 0-1,-1 0-207,5 0 1,0-1 0,-1 1 0,-2 0 0,-1-1 206,4 0 1,-1 0 0,-2 0 0,-3 1 158,7-2 1,-4 1-1,-3 0-459,6 1 0,-7 0 65,-18 1 1,-6 2-4528,-2 8 4788,-25 1 0,-5 1 1,-4-2-1</inkml:trace>
  <inkml:trace contextRef="#ctx0" brushRef="#br0" timeOffset="624134">30195 11821 9750,'-55'2'1041,"0"-1"0,0 1 1,0-1-1,1 0 0,2 0-933,-2 1 0,-4 1 0,19 0 184,24-1 408,9 0 173,3-1-87,14 0-250,27-5-323,0 1 1,9-2 0,3 0-552,7 0 1,3 0-1,2 0 351,-11 0 1,1 0-1,1 0 1,3 1-433,-2 0 0,1 0 0,2 0 0,2 0 0,4 1 406,-9 1 0,3 0 1,3 0-1,1 0 0,1 1 1,-1-1-1,-2 1 0,-3-1-380,3 1 0,-4-1 0,-1 0 0,1 0 1,2 1-1,4 0 384,-8 0 1,3 0-1,3 1 1,2-1-1,1 1 1,0 0-1,-1 0 1,-2 0-1,-4 0 1,-3 1-265,8 0 0,-5 0 0,-2 1 0,-1 0 0,-1 0 0,2-1 255,11 1 1,-1 0 0,0 0 0,0 1 0,1-1-73,-8 1 1,1-1-1,0 1 1,-1 0-1,0 0 1,-3-1 67,12 1 0,-2-1 1,-2 0-1,0 0 8,-4 0 1,-1-1 0,-1 1 0,-2-1-441,11-2 1,-3 0-1,-10 0-1153,6-3-2011,-42-3 3611,-37 4 0,6 2 1,-3 0-1</inkml:trace>
  <inkml:trace contextRef="#ctx0" brushRef="#br0" timeOffset="639393">13939 6655 9037,'4'-52'1127,"1"-1"1,0 0 0,-1 1-1,1 0 1,0 3 0,0-1-880,2-7 0,0 0 1,1 3 91,2-8 1,0 7 734,3-7-714,-5 23 0,0 4 496,0 7-633,-1 24-2613,-3 26 2512,-1 10 31,-4 21 1,-4 10-669,-4-3 1,-3 4 514,4-16 0,-1 4 1,-1 1-1,-1-1-7,-1 0 1,-1 1-1,0-2 1,0-1-12,-2 7 0,1-3 0,0 4-88,2-1 0,0 5 0,1-1 0,2-5-116,2-6 1,2-3 0,2 2-115,-1 0 1,1 2-1,2 0 1,1-3-807,2-2 1,3-4-1,2 0 1141,7 18 0,1-5 0,2 6 0,2-16 0</inkml:trace>
  <inkml:trace contextRef="#ctx0" brushRef="#br0" timeOffset="639693">15216 5873 15406,'25'-45'1501,"0"-1"0,1 2 1,-1 7-741,-3 16-509,0 3 224,0 15-84,-14 25-16,1 28-244,-11-6 0,-5 4-691,3-4 1,-3 5 587,-2-2 0,-3 6 1,-2 3-1,2-3-988,-2 6 0,1-3 1,-2 5 909,4-10 1,-2 3 0,1 2 0,0-2 0,1-4-35,-2 10 1,2-4 0,1 2-390,3-2 0,1 3 0,2-1 1,2-4-1212,3-8 0,2-3 0,1 3 1683,0 1 0,0 5 0,1-3 0,0-7 0,3-1 0,0-6 0,5 26 0</inkml:trace>
  <inkml:trace contextRef="#ctx0" brushRef="#br0" timeOffset="640094">14105 5820 11222,'-46'4'1025,"-1"0"0,3-1 0,12 1-493,25-2 359,20 0-62,36-5-521,7-3-864,-9 0 1,8-3-1,0 1 638,-7 1 0,-1 0 1,4-1-55,2 0 0,5-1 0,1 1 0,-2 0-37,-5 0 1,-1 1-1,0 1 1,0-1-85,-1 1 1,-1 0 0,1 0 0,-1 1-564,13-2 1,0 1-1,-1 1 656,-1 2 0,0 0 0,-7 0 0,-4 1 0,-5 0 0,-8 2 0,1 0 0</inkml:trace>
  <inkml:trace contextRef="#ctx0" brushRef="#br0" timeOffset="640750">14481 5819 19322,'0'-29'577,"0"8"-163,-3 75-241,2-23 1,0 3-1028,0 13 1,-2 4 903,1 8 1,-2 3-25,0-17 0,0 1 0,-1 0-327,-1 2 1,-1 1 0,0 0 281,0-1 1,-2-1-1,1 1-20,0-2 0,0 0 0,0-1-191,-2 18 1,-1-1-387,3-6 0,1 0-847,1-6 0,0-2 1463,0-3 0,1-5 0,-1 5 0,1-12 0</inkml:trace>
  <inkml:trace contextRef="#ctx0" brushRef="#br0" timeOffset="641069">14947 5815 18050,'1'-44'971,"-1"1"0,0 4 0,0 11-960,-1 21 45,0 19 117,1 19-33,1 31-98,-1-16 0,0 3-662,-1 13 0,-1 2 616,1-16 0,-1 1 0,-1 1-488,0 1 0,0 0 0,-1 0 436,0-1 0,0-1 0,0 0-90,0-3 1,1-1 0,0-1-421,-1 17 1,0-1-1248,1-7 1,0-2 1812,1-1 0,1-4 0,-2 3 0,2-10 0</inkml:trace>
  <inkml:trace contextRef="#ctx0" brushRef="#br0" timeOffset="641892">13771 6406 14231,'57'-19'135,"-1"1"1,0 0-1,1 0 1,2 1-1,1 1-5,-8 6 1,2 1 0,0 1 0,-4 0-916,2-1 1,-4 1-1,3 0 804,3-1 1,3 1 0,0-1 0,-5 1-29,-5 0 1,-4 2-1,2-1-87,7-1 0,2 0 1,-2 0-212,-7 1 1,-2 1 0,-1 0-2243,15 0 1,-5 1 2558,-17 2 1,-5 1 0,13 1 0,-32 1-1</inkml:trace>
  <inkml:trace contextRef="#ctx0" brushRef="#br0" timeOffset="642194">13961 6780 10578,'-47'19'1282,"0"0"1,5-3 0,10-3-997,22-6 859,7-5 1527,26-1-2136,2-5-141,30-5 0,11-4-2399,-5 0 0,2 0 2024,-14 2 1,3 0-1,3 0-15,-1-1 1,6 0 0,-2 0 0,-6 2-80,6-2 0,2 0-44,-13 3 1,8-2 0,2-1 0,-3 1 0,-8 2-155,9-1 0,-2 0-381,-8 2 1,6-2 0,-1 1 0,-4 2 652,15 0 0,-6 1 0,-13 0 0,-3 1 0,24 0 0</inkml:trace>
  <inkml:trace contextRef="#ctx0" brushRef="#br0" timeOffset="642551">13964 7275 17910,'32'7'939,"-1"0"0,15-3 0,3-4-740,3-9 0,3-2-1253,-5 2 1,3 0 0,-1-1 1090,-7 2 0,-2 1 1,3-1 19,10-2 1,4 1 0,-2-1 16,-1 1 1,-1 0 0,-1 0-19,1 0 0,-1 0 0,1 0-15,1 0 1,1 0-1,-5 1-273,5-1 1,-6 2 236,-14 2 1,-2 0 387,-2 2 1,-3 0-686,-1 2-553,-4 1 845,-35 12 0,6-7 0,-14 6 0</inkml:trace>
  <inkml:trace contextRef="#ctx0" brushRef="#br0" timeOffset="672384">14436 12565 13161,'0'-4'4699,"0"1"-3713,0 3-857,-28-36-79,14 27 68,-30-24 39,16 42 5,-11 5-28,-4 7-78,-3 6-67,17-8 6,3 6-1,21-13 174,8 2 246,25-3-330,-2-5 28,34-3-11,-10-5-28,11 0-107,-8 0 34,-24 3 129,-12 6 140,-33 13-230,3-1 62,-30 16-6,1-5-56,6-6 0,-1 0-19,4-2 0,1 1-120,-5 2 0,3 0 106,-6 6-17,5 3-45,20-8 17,4-3 16,11-6 96,27-6-51,-8-7 1,18 0 5,-6-6 0,6-3-28,-7 1 188,1-1-211,-23 4-61,0 0 62,-7 6 89,-5 6-39,0 3 34,-15 18-40,7-13 17,-16 18-11,8-11-22,-3 11 11,9-8-40,5-1-16,11-13-50,10 1-488,14-7-2801,20-1-6453,16-6 9380,-13-3 1,-11-1 0,-27 1-1</inkml:trace>
  <inkml:trace contextRef="#ctx0" brushRef="#br0" timeOffset="673955">14097 16056 19518,'-35'-26'-342,"9"5"393,49 18-46,-7 1-10,27 2-40,-21 7 62,5 6 89,-19 10 6,-21 10-28,-19 7-56,7-16 0,-3-1-515,-5 1 0,-1-1 487,-1 1 0,0-2-6,3-2 1,3 0 0,-17 15-18,17-7 18,14-5 33,9-5-12,7-5 68,11 3 12,6-6-7,16 3 952,9-6-1024,7-3-11,3 1-23,-4 0-34,-7 3-44,-12 2 50,-12 0-11,-10 13 79,-15 0-1,-9 13 6,-15-1-17,-8 3-16,-1-2-1,2-3-33,8-5-11,10-7 5,10-9 39,6-6 40,4-4 27,3-2-5,5 0-61,6 0-46,6 4-21,-4 2 44,-2 1-112,-7 5-656,-4-4-4049,0 5 3997,-1-4 0,-2-3 0,0-2 0</inkml:trace>
  <inkml:trace contextRef="#ctx0" brushRef="#br0" timeOffset="674773">15033 13423 22099,'20'-58'74,"-4"26"-40,-16 73-18,-3 0-8,1-9 1,-2 3-136,-2 6 1,-1 1-952,0 1 0,1 1 92,0 7 1,0-2-599,1 9 1584,12-1 0,-4-38 0,5 2 0</inkml:trace>
  <inkml:trace contextRef="#ctx0" brushRef="#br0" timeOffset="675764">15483 13528 18508,'-58'-21'269,"0"0"0,10-1 0,4 12-9,12 30 0,5 8 60,-15 11-264,17-16 0,0 1 145,-17 22 343,8-4-482,5 4-40,8-10 148,20-8-41,14-13 114,15 1-171,2-5 29,26-6-87,-19-7 0,3-2-11,1-1 0,1-1-233,8-3 0,-1-3 238,-11 0 0,-2-2 6,-2 0 1,-1-1-41,23-15 99,-12 1 95,-14 6 207,-13 2-291,-10 10 17,-9 0-40,-4 7-55,0 1-29,-1 1 628,4 2-958,0 1 372,3 2-8,-2 12-16,1 3-1,3 11-33,4-3 33,5 0 29,0-8-18,7-1 68,-3-12 67,13-6-95,-10-6 56,9-16 0,-11-2 50,-1-8 39,-7-2 34,-6 5-78,-3 8 223,-8 2-296,2 13-22,-17-1-46,1 12 6,-15 9-16,0 11-1,2 9-22,11-4 17,5 18 0,14-13-12,5 15 18,16-10-6,3-12-23,37 1 23,-4-19-99,-12-3 1,1-4 114,-3-6 1,-3-3 5,20-6 17,-18-6 0,-3-4 39,5-12 39,-10 1 1,-3-1 112,-5-5-102,-5-1 141,-17 28-241,-2 10 5,-12 8 203,2 9-242,-6 12 11,10 6 1,4-4-23,18 15 22,6-15-5,21 10 11,11-19 5,-5-8 1,-7-13 0,2-5 33,12-12-226,-16 2 0,-2-4 304,10-23 29,-13-5 51,-11 5 94,-11 9-140,-5 15 140,-6 9-263,-1 10-28,-7 9 481,-7 14-487,-9 21 0,10-12 1,0 4-413,-3 8 0,1 3 368,-3 9 0,0 3-625,7-14 0,-1 1 0,1 2-156,1 3 0,0 1 0,1-1-947,-2 12 0,3 0 1778,3 2 0,4-6 0,2-13 0,2-5 0</inkml:trace>
  <inkml:trace contextRef="#ctx0" brushRef="#br0" timeOffset="677209">17339 13740 20207,'-12'4'-1978,"4"-1"1,8 20 0,1-12 0</inkml:trace>
  <inkml:trace contextRef="#ctx0" brushRef="#br0" timeOffset="677366">17333 14107 17266,'-5'3'4111,"1"0"-3276,4-3-2062,-10-29-3870,21 22 5097,-4-20 0,9 27 0,-3 2 0</inkml:trace>
  <inkml:trace contextRef="#ctx0" brushRef="#br0" timeOffset="677851">18041 13967 19669,'-18'-57'926,"0"-1"0,1 12 0,5 2-416,12 5 0,3 2 83,2-4-201,3-8-224,-3 31-207,-2 11 5,-2 10 57,4 12-6,5 17-40,5 23 26,-2-11 0,1 2-333,-1-5 1,0-1 334,4 7 1,1-3-6,5 6 5,-3-24 1,1-3-6,1-3 23,20 6 38,-12-25-21,1-9-7,-5-5 29,-4-17 27,-6-2 7,4-22-85,-4 4-6,-5 18 1,1 1-45,8-8-2739,2 8 2716,0 17-667,21 9-402,3 6 33,-10 2 0,0 3-593,16 5-3225,-9 4 1,-1 1 4211,9 3 1,5 2-1,-34-12 1</inkml:trace>
  <inkml:trace contextRef="#ctx0" brushRef="#br0" timeOffset="679124">19325 13868 15557,'1'-5'6128,"0"2"-5643,-3-26 0,-5-6 175,-8 7-500,2-10 0,-4 2-65,-10 22 45,-33 7-101,9 15-33,-10 1 8,31 2 0,2 5-31,-17 25-261,5 6 275,22-18 0,3 0-2,2 19 62,7-5-68,12-7 22,7-7 17,16-11 17,12-10 11,13-16-28,-7-3 17,-1-11 109,-14-3 0,-3-4 90,6-17-138,-8 10 1,-5 0-1,-10-4 157,-8 2-218,-3 24-90,-2 0-5,-4 18 50,-5 11 206,-3 13-212,-1 9 6,6-6-5,12 12 5,14-18 0,20 10-12,20-17-608,-21-12 0,1-2 614,-6-1 1,2-3 5,19-7 0,-1-6-363,-17 1 0,-2-4 385,15-9 1,-3-6 2,-13-1 0,-6-4-5,-2-5 0,-4-5-6,-2-3 0,-3-3 5,-1-2 1,-3 0-12,0 0 1,-1 3-1,-2 12 1,-2 1 50,2-2 0,-2 4 64,-2 2-62,0-1-133,-6 26 38,-6 18 56,-10 17-16,-10 22 240,11-16 0,0 2-252,-1 7 1,2-1-1,4-6 1,1 1-18,0 17 1,5 2-6,6-19 0,4 0-3,3 14 0,7-2-14,6-15 0,6-5 0,5-5 1,3-4 10,3-4 0,3-6 6,0-6 0,-1-4 12,22-7 18,-20-11 1,-2-4 3,8-16 8,-14 10 0,-2 0 401,4-17-359,-13 16 158,-11 3-164,-8 18-61,-3 1-28,-10 16 664,-6 11-637,-3 3-21,-4 32 22,14-23 244,4 5 1,5 2-246,15 3 29,16 13-11,16-22-17,14-13 22,-10-9 3,-11-13 0,0-4 31,13-13-250,-17 2 0,-1-4 235,-11 0 1,-4-3-6,-2-3 1,-4 0 30,6-29 17,-10 4-40,-6 9 1,-4 12-57,-1 12-189,1 10-203,-1 9-577,5 30 69,6 2-1228,10 26-879,12-6 873,-2-11-2156,0-12 1,3-1 2757,17 3 1555,-14-10 0,0-2 0,14-2 2201,-12-10 275,-16-7 3971,-4-10-3680,-13-1-863,1-6-688,-7 5-623,-4 4-341,-4 3 385,-9 4-520,-1 4-72,0 3-39,6 2-6,7 0 50,4 2 51,10-4 22,7 1-22,12-9 5,8-6 6,5-10 45,-2-7 45,-5-3 55,-11 1 30,-10 4-97,-9 5-95,-11 5-56,-12 5 6,-14 4 22,-11 6-22,-4 10-17,2 7-17,8 15-16,9 10-90,12 15-343,13-23 1,4 0-2964,7 5 0,4-2 3401,1-2 0,1-3 0,10 10 0,-7-19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3:52:35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3825 3109 9464,'2'-50'2457,"1"0"1,0 1-1,0-18 1,0 10-1478,2 21 353,-2 9-1037,-3 19-312,0 3 49,0 18 96,0 19-16,-4 26-69,1-19 1,-2 4-1699,-3 15 0,-1 1 1665,3-18 1,-1-1 21,-3 20 1,1-5-17,3-16 33,-2 17 213,7-42 555,0-6-661,1-11-62,0-19 3375,1-14-3397,1-24-45,1 24 0,0-3-287,0-3 0,2-1 276,1-1 0,1 0-17,1 1 0,1 1 14,2 2 0,1 2-6,2 3 1,0 3-4,19-20-53,2 17 59,3 16 0,2 13-22,1 17 28,2 13-11,-1 17-9,-21-16 0,0 2 2,-1 3 0,-1 0-8,0 0 1,-2 0 8,0 0 0,-2-2 71,11 24-66,-6-9 1,-7-11 67,-5-13 134,-4-10-61,-2-16-124,-6-13 12,1-19-6,-1-13-6,9-9 294,2 11-308,6 14 1,3 3 7,11-8-8,-8 15 1,3 3 2,11 1-3339,5 18 3328,-13 9-42,8 17 48,-10 8-12,4 15-44,-1 6-191,0 3-568,4-2-356,6-7-868,5-10-1809,8-14-4112,3-13 7954,-6-11 0,-17-1 0,-13-1 0</inkml:trace>
  <inkml:trace contextRef="#ctx0" brushRef="#br0" timeOffset="683">5151 2794 6389,'0'-4'487,"0"1"1821,0 3 2133,-2-3-3533,1 1 274,0-5-169,1 0-206,0-4-180,1 1 107,0 0-521,0 4 286,0-1 94,-1 3 6,2-1 191,-2-5-309,2-1-239,0-1 178,0-2-28,0 4 0,0-1-67,0 4-107,-2 3-39,0 3 561,1 1-740,1 10 0,0-1 0,4 18 16,2 0-21,6 9-1,6 0 6,6-2-50,11 4-135,-4-9-5,-1-2-432,-8-9-470,-9-6-628,2-3-481,0-6-1255,11-20 2185,2-5 1287,-6-2 1,-1-2 997,14-20-418,-4-1 1460,-5-3-1037,-14 20 790,6-19-1053,-11 22 1015,-2-17-988,-10 23-396,-4-1 64,-15 34-389,5 4 13,-1 11 1,0 4-9,-6 15-28,7-5 0,-5 12 1,0 3-1,4-8-930,0 0 0,0 1 861,0 4 1,-3 10 0,1 0 0,4-11-95,5-9 1,3-2-407,1 2 0,0 4 0,3-3-2728,3 4 1,2-1 3257,2 3 0,2-4 0,3 9 0,-1-29 0</inkml:trace>
  <inkml:trace contextRef="#ctx0" brushRef="#br0" timeOffset="1199">6296 2745 12354,'13'-40'2287,"1"0"0,-3 1 1,-8 8-1510,-20 17-179,-10 1 112,-11 9-532,10 7 1,-1 8 358,6 22-219,5 2-95,-3 23-84,12-4-366,9 2 248,13-2 29,12-5-29,2-12 0,-2-13 1,2-1 10,6 6-3305,11 12 3278,-25-18 61,-12 6-6,-18-11-5,-14 5-61,-5-11-57,-3-7 1,-3-3-656,-21-4-434,15-2 0,1-3-6983,-18-15 7973,19-2 1,20 7 0,13 7-1</inkml:trace>
  <inkml:trace contextRef="#ctx0" brushRef="#br0" timeOffset="1682">6868 2659 16090,'4'-7'5242,"-1"2"-4760,-3 5 851,0 0-1002,-71 36-113,36-1-182,-7-9 1,2 4 41,20 5 1,8 1-441,-1 13 373,6-12 0,3-1 12,9 6 5,29 12-6,7-24-11,-8-10 1,3-4 13,-3-6 0,1-4 6,0-4 0,0-2 5,-2-5 0,-1-4 71,21-17-46,-17-3 20,-20 1 1,-5-3 2,-6-21-45,-5 12 0,-5-1 14,-3 4 1,-3 1-10,-3 0 1,-2 1 82,-10-16-43,6 23 0,-1 3 39,-9 2-44,-16-1-34,6 24-3314,1 14 3274,8 5-45,14 6 1,2 4-23,3 23-73,5-11 1,4 3-446,7-3 1,4 0-348,3 3 1,3-1-570,5-1 1,3-2-1527,2-4 0,2-2 3022,2-5 0,-1-4 0,4 3 0,-6-13 0</inkml:trace>
  <inkml:trace contextRef="#ctx0" brushRef="#br0" timeOffset="1899">6908 3040 11805,'-3'-8'7803,"0"2"-6896,-8-25 0,-1-4 376,4 13-953,-5-15 1,1 6-118,8 26-73,3 14-45,0 1 101,7 37-135,6-1-41,-1-11 0,2 2-15,2-3 1,2-1 16,7 5 1,1 0-40,-3-7 0,0-1-6,0-3 1,-1-1-319,14 14-175,-17-20-6037,14 9 6553,-16-17 0,2 0 0,-12-10 0</inkml:trace>
  <inkml:trace contextRef="#ctx0" brushRef="#br0" timeOffset="2156">7507 2769 24077,'-9'43'274,"0"-1"1,-4 17-231,12-20 1,3-2-5,5-1 18,5-2 1,4 0-3,8 7-45,-6-12 1,2-1 4,14 7-16,3-7-72,3-8-640,6-8-9119,16-7 8676,-23-3 1,0-3 0,-32 1 0</inkml:trace>
  <inkml:trace contextRef="#ctx0" brushRef="#br0" timeOffset="3436">7543 2750 19473,'-21'-51'1652,"4"10"-1568,17 40-22,0 1 257,6 16-11,3 11-27,3 28-175,-6-20 0,-2 2-1122,0 5 1,-2 0 1048,0-7 1,-1 0 19,0 6 1,1 0-77,1-4 1,2-1 61,0 0 0,1 0 6,2 0 0,1-2 78,8 13 34,0-11-51,-3-11 258,8-2-134,-4-15-40,12 2 2018,-9-11-2052,24-15-105,-4-5-63,-8 2 1,2-1-677,0-1 0,1 0-1917,3-2 0,0 0 2605,-3 2 0,-3 2 0,10-6 0,-21 12 0</inkml:trace>
  <inkml:trace contextRef="#ctx0" brushRef="#br0" timeOffset="7586">20193 2855 14583,'12'-50'1851,"-1"1"0,0-1 0,0-4 0,0 7-1531,6-1-107,-13 40-67,-1 3-135,-1 6 101,2 14 118,1 30-118,-2 13-73,-4-17 0,-3 2-20,-2-3 1,-2-1-208,-2 1 0,-2-2 194,0-1 0,0-3 10,-8 25-10,8-22 78,5-13 246,7-26-234,6-14-1,4-24-11,8-20-445,-9 22 0,0-2 389,1-6 0,-2 1-17,-1 7 1,-1-1 24,3-19 1,0 3-9,0-2-20,4 3 0,3 1 20,9 7-11,6-6 0,19 28-6,-22 17-17,7 6 1,1 5 5,-3 5-33,5 11 0,-1 5 39,2 20-1,-13-9 1,-2 4-1,-11-3 1,-4 2 5,-3 2 1,-3-1-10,-2-8 1,-3-1-40,-5 9 0,-1-2 42,-5 0 34,-4 7 113,10-31-7,4-15 637,3-8-743,9-33-11,5-3-20,-2 9 1,1-1-54,2 5 0,0 0 48,1 2 0,1 3 2,9-13 103,11 4-97,-13 21-22,11-1 0,-8 20 5,1 11-10,3 14 2,-11-4 0,0 4-73,0 3 0,0 0 280,-1 2 1,0-1-564,2 1 1,0-2 16,3 1-347,16-3 134,-5-22 236,15-10 251,-7-5 59,-9-6 1,-1-2 64,11-11 30,-9 2 1,-1 0 19,2-5 152,1-6 89,-22 19 0,-3 4-184,-7 5-164,-4 6 12,-5 7 34,-6 12-23,-6 14 0,-2 13 1,4 6-7,10-3 6,23 5-5,-1-21 5,16 0 45,19-18-5,-2-9-15,-14-6 0,0-3 76,22-17-44,-18-3 55,-18 0 0,-5-2 6,-3-16-73,-5 11 0,-3-1 78,-10-18-11,-8 5-39,-11 12 12,-10 9-24,-10 13-21,-9 8-18,-4 13-10,-1 10-29,7 14-11,9 7-427,15 7 259,13 3-342,21 0 74,5-13-536,13-14 0,7-3-758,22-2 926,-12-7 1,1-3 324,-5-9 1,-2-5 282,-1-3 0,0-3 196,-3-3 0,-2-4 101,-4-1 0,-1-2 331,17-23 218,-10-3 212,-8 1 164,-6 5 32,-6 8-178,-4 11-404,-6 10-442,-2 8 67,-2 13 96,-2 12-12,-1 19-45,0 11-3048,1 7 2992,1-1-33,1-6-27,2-10 38,-1-13 229,2-13 130,1-11-192,3-15-55,4-12 3412,6-12-3395,3-7 100,9-9-201,-8 18 6,10-7-51,-12 24-28,8 3 0,0 7 0,1 11-11,-7 4-6,5 22-34,-12-2-83,6 17-230,-3-6-330,6-1-258,11-6-113,13-7 152,14-12 374,-26-11 1,1-3 454,2-3 0,0-3 100,-1-1 1,0-3 50,-2-2 1,-2-2 66,-3-1 1,-2-2 290,14-15 146,-14 1-11,-15 3-162,-17 7-89,-14 6-29,-15 7-90,-11 11-84,-3 8-61,5 11 523,10 6-540,11 3-28,11 1 17,12-3 28,9-3 27,10-7 57,10-8 146,14-17 27,-7-10-95,-1-8 252,-12-10-39,-11 3-28,-1-5 12,-5 5-90,-5 9-157,0 10-129,-3 6 5,3 14 1,2 17-12,6 27 3,-5-13 1,0 5-834,-1 10 1,0 3 801,-3-12 1,0 1 0,-2 1-16,-1 6 0,-2 0 1,0 1-61,0 2 1,-2 0 0,-1 0-42,-2-3 1,-1 1 0,-2-3 44,0-7 1,-2-1 0,-2-3-90,-8 7 0,-6-10-568,-10-16 1,-2-10-163,-16-11-899,15-19 0,4-7-3218,4-15 5013,11 7 0,2 1 0,6 5 0,2-2 0</inkml:trace>
  <inkml:trace contextRef="#ctx0" brushRef="#br0" timeOffset="8229">23778 2862 21640,'12'-42'398,"-16"23"-325,-26 54-48,6-6 1,1 3-18,6-4 1,2 1-1,-2 4 0,8 0 9,24 25 0,3-21-1682,7-16 0,4-4 1715,7-7-66,4-5 1,2-4 200,11-13-1157,-16 2 1,-3-4 1105,1-13 168,-14-31-128,-22 10-104,-4 12 0,-3 0-3,-10-12 78,-15-2-27,2 18-56,-9 1 2105,-3 12-2184,12 15 66,4 15-1051,17 13-8829,10 22 8821,2-16 1,4 1 0,-3-26 0</inkml:trace>
  <inkml:trace contextRef="#ctx0" brushRef="#br0" timeOffset="8502">24471 2588 18123,'0'-6'4845,"0"0"-4324,0 6-370,0 0-106,-21 0 0,9 34-34,-17 16-53,20-8 0,3 4-59,0-10 0,0 2-1277,-2 17 0,1 0-3538,7-12 1,1-2 3268,-3 0 1,1-3-1,7 9 1,-4-41-1</inkml:trace>
  <inkml:trace contextRef="#ctx0" brushRef="#br0" timeOffset="8811">24439 2745 19428,'11'-51'945,"0"1"0,1 3 0,6 7-570,26 5-112,7 10-162,-6 13 8,-1 17 0,0 5-103,-1 5-947,2 9 1,-4 5 973,-14 9-1236,-6 14 1,-4 4 1204,-9-25 1,-4 2-13,-3 14 1,-3 7 0,-5-6-717,-9-8 1,-5-2 700,-1 9 0,-6-3-404,-22-8 0,-6-10 95,15-12 1,-1-3-549,-19 3 0,1-3-158,23-8 1,2-4 1039,-4-6 0,4-2 0,11 1 0,-5-7 0</inkml:trace>
  <inkml:trace contextRef="#ctx0" brushRef="#br0" timeOffset="10012">25299 2900 19089,'13'-50'946,"-1"0"0,3-1 1,0 12-633,-1 26-186,4-1-50,-6 22 32,0 14 2,2 19-17,0 16-249,-8-25 1,-1 2 175,-1 1 1,-1 0-4,-1 0 1,-3-2 25,-5 26 50,-6-13 50,-4-16-38,2-15 156,0-9-218,9-10 28,0-19-57,8-7 1,0-20 11,1-4-284,0-7 267,-2 10 17,0 13 0,1-1 39,2-15-22,2 11 0,1 1-23,3-2-11,14-4 6,1 28-6,16 2 6,8 9-6,-8 7-22,16 15 22,-23 6-5,12 16-12,-19 6 6,-5 5-11,-6-1 22,-6-6-11,-5-8 12,-4-10 676,-6-7-643,-3-3 33,-8-7-22,-5-1-39,-3-3 0,2-1-6,5 1-22,6 0-6,7 0 11,1 0 46,2 0-52,-3 0 29,-3 4-11,-6 2-12,-4 3 12,0-1 5,2 1 23,4-3-29,3-1 1,0 1-1,-3-1 12,1-1 11,-8 2-5,2-3 5,-7 1 0,2-2 0,1 0 22,1-2 6,5 0 11,3 0 12,4 0-23,2-1 22,1-2-50,0 0 39,0-1-11,2 2 6,0-1 27,0 1-55,4-1-23,6-3 6,9-1-45,8 1 17,7 1 11,1 3-11,0 3 5,0 6 12,-1 5 16,2 9-22,0 9 0,0 11-11,0 8-28,-7 2-17,-9-3-219,-25-8-1007,-31-15-2474,-3-17 1,-6-5 3189,-5-3 1,2-3 0,10 2-1,4-2 1,-14-4 0</inkml:trace>
  <inkml:trace contextRef="#ctx0" brushRef="#br0" timeOffset="12853">2971 4158 14932,'48'-14'533,"0"0"0,0 0 0,0 0 0,1-1 0,-3 1 0,2 1-1524,-2 5 1,1 1 0,2 2 0,0-1 1050,3-1 0,1 0 0,1 1 1,1-1-385,-3 2 1,0-1 0,2 0-1,2 0 1,2 0 334,-6 1 0,2-1 0,1 1 1,2-1-1,0 1 0,0 0 0,1 0-99,3 0 1,0 0 0,0 0-1,2 0 1,0 1 0,2 0-1,1 0 84,-10 1 0,1 0 0,2 0 0,2 1 0,-1-1 0,1 1 1,-1 0-1,-2 0 0,-1 0 0,-3 0-162,7 0 1,-3 0 0,-3 0 0,0 0-1,1 0 1,1 1 0,3 0 160,-3 0 1,4 0 0,1 0-1,1 0 1,1 1 0,-2-1-1,-1 1 1,-4 0 0,-3 0-61,12 0 0,-5 1 0,-3 0 0,0 0 0,2-1 61,-4 1 0,2-1 1,0 0-1,0 1 0,-1-1 1,-2 1 78,1-1 1,-1 1-1,-1 0 1,-2 0-1,-2-1-122,2 0 1,-1-1 0,-3 1 0,-1-1 86,3 0 0,-1 0 0,-4 0-1662,9-2 1,-4 0 1621,-7 0 0,-5 1 0,3-1 0,-12 1 0</inkml:trace>
  <inkml:trace contextRef="#ctx0" brushRef="#br0" timeOffset="13669">19895 3903 2702,'-46'3'259,"1"0"0,0 0 0,-4-1 0,1 2 1346,-2 1 1,5 1-1309,5 0 1189,9 1-254,58 2-857,4-4 0,7-2-202,5 1 1,6-1-163,4-1 0,7-1 0,0 0 171,-12 0 0,1-1 0,1 0 0,3 0-102,1 0 1,3 1 0,2-1 0,2 0-1,3 1-14,-6-1 1,4 1-1,1-1 1,2 1-1,0 0 1,0 0-1,-2-1-270,-1 1 1,-1 0-1,0 0 1,-1 0 0,1 0-1,0 0 1,0 0 219,0 0 0,-1 0 0,1 0 0,0 0 0,0 0 0,0 1 0,1-1-136,-6 0 1,2 1 0,-1-1 0,1 1-1,0-1 1,-1 1 0,0 0 0,0-1 151,2 1 1,-1 0 0,0 0 0,-1 0 0,2 0 0,0 0-1,3 0-54,-4 0 1,2 0 0,0 0-1,2 1 1,0-1 0,1 0 0,0 1-1,-1-1 1,1 1 28,-7 0 0,1-1 1,0 1-1,0 0 0,1 0 1,-1 0-1,0 0 0,0 0 1,1 0-1,-1 0-2,6 1 0,0-1 0,0 1 0,1 0 1,-1 0-1,0 0 0,0 1 0,-1-1 1,1 1-2,-3-1 1,0 1 0,0 0 0,-1-1 0,1 1 0,-1 0 0,-1 1 0,1-1 0,-2 0 1,5 0 1,-2 1-1,1 0 1,-1-1-1,-1 1 1,0 0-1,-1-1 1,0 1-1,2 0 0,-1-1 1,0 1-1,-1 0 1,-1-1-1,-1 0 0,-1 0-3,2 0 1,-1 0 0,-1-1 0,-1 0 0,-2 0 0,-1-1 0,14 1 0,-3-1 0,-2 0 1,-2-2-200,9-4 1,-4-1-1,-6-1-1866,-5 1 0,-7-4 2070,-7-4 0,-10-2 0,-19 4 0,-5-1 0</inkml:trace>
  <inkml:trace contextRef="#ctx0" brushRef="#br0" timeOffset="19428">1392 5102 20151,'0'-63'269,"0"24"-185,3 60 151,-1 36-101,-7-6-81,1-12 0,-1 1-17,-2-6 1,-2-1 19,-9 27-22,2-12 72,5-16 454,5-16 191,4-12-504,2-8 38,1-26-117,2-10-95,-1 9 0,0-4 25,2-9 0,0 0-31,3-17-437,-2 17 1,1 2 414,1 6 67,9-25-56,-7 35-34,2-3-50,-8 22 22,0 11 18,3 11-18,2 15 28,0 17-10,-3-3-1,-4-6 0,-3 2-11,-6 17 3,2-18 0,-1-1 8,-6 13-6,3-16 914,4-15-471,3-12-314,3-7-33,0-12-67,3-12 11,4-16-12,10-22-22,-3 18 17,5-14-11,-9 28 17,0-1-29,-5 13-10,-3 8-46,-2 13 40,-3 9 6,-2 13 5,0 0-90,-5 34-442,7-10-643,1-13 1,4 1-7491,14 23 7837,6-15 0,-4-19 0,-5-14 0</inkml:trace>
  <inkml:trace contextRef="#ctx0" brushRef="#br0" timeOffset="19961">2033 5321 15636,'-8'0'4285,"2"0"-3299,-57-3-135,38 2-563,-11-1 1,4 1-132,21 1 0,8-1-45,6 1 22,12-3-22,17-2-44,18-4-29,10-3 11,-1-2-11,-10 1-11,-12 1 0,-13 3 40,-11 4-12,-7 3 61,-8 2-94,-7 0 5,-10 2-17,-10 2 17,-8 3-17,3 0 11,-20 4 12,18-1 50,-17 4-56,28-6-6,5-1-10,17-6 4,1 0 40,8-1 34,9 0-23,13-1-50,10-3 17,6-1-6,-3-2-6,-7 1-5,-10 1 248,-10 1 19,-6 2-4,-4 1-39,-2 0-204,-1 1-1221,0 3 1191,3 8 1,-2-6 0,2 5 0</inkml:trace>
  <inkml:trace contextRef="#ctx0" brushRef="#br0" timeOffset="24361">4016 5034 8483,'2'-10'4864,"4"-25"1,-2-3-3749,-7 16-836,6-14 0,-3 4-62,-8 28 118,-4 21-140,3 0 229,-12 32-122,-2 6-668,7-18 0,-1 3 429,0 3 1,0 1-23,1 1 0,1 2-9,2 5 1,2-1-20,4-10 0,3-2-11,1-4 0,5-3 36,16 10 28,11-21 40,16-2 17,10-12-12,5-14 67,-5-11 28,-9-9-28,-14-4-5,-13-1-29,-10 4 887,-8 1-981,-9 4-12,-4 2 84,-3 1 6,3 1-28,5-1-40,9 0 7,11-1-12,4 3-12,26-8-21,-8 8-23,8-1 11,5 3 0,-16 10-28,14 0 12,-19 4 22,22 15-23,-26-4 17,21 19-16,-33-9 5,-3 31 5,-19-9-8,2-10 1,-2 0 13,-19 20-11,1-5-6,7-3-5,6-7-23,10-8 6,13-10-56,17-11-145,24-18 24,-14 1 1,2-3-417,6-3 1,0-2 435,0 0 0,0-1 109,-5 2 1,-2-1-1507,-2 0 1,-4-1 1592,6-4 6,-7-3 39,-17 9 45,-2-9 33,-2 1 68,-2-4 519,-4 10-604,-2 6 3555,-4-1-3576,-1 8-52,-5-1-10,-4 14 11,-8 9 0,-6 14-3409,-7 17 3364,13-13 11,4 10 0,18-21 0,8 4 17,9-9 6,11-6-17,6-6 3397,3-8-3380,-2-5 100,-4-10-44,-12-3-46,-7 0 24,-15-2-24,-12 6-21,-14-4 22,-9 2 39,0 3 50,10 3-28,12 2-61,13 0-22,15-1 5,15-3-28,22-1-3,-16 7 0,1 1 3,5-1 0,0 2-219,0 0 0,1 1 222,-3 0 0,0 1-6,-4 2 0,-1 0-3,24 0 6,-6 1-5,-9 5-6,-8 4-1,-10 9 24,-10 9-7,-11 9-16,-13 8 22,-8 5-16,-6-2-7,7-6 462,11-8-422,16-12 28,12-8 0,17-14-12,10-12 1,8-12-12,-22 6 1,-2-1 95,12-17-50,-8 2 49,-27 4-60,-20 6 5,-16-4 16,-1 15 1,-3 2 28,-28-5-62,0 6 5,12 9-44,20 2-17,-2 6-17,12 4-78,8 9-264,8 9-705,15 8-1277,15 6-486,-5-19 1,2-2 2826,8 2 0,0-2 0,4 4 0,-2-7 0</inkml:trace>
  <inkml:trace contextRef="#ctx0" brushRef="#br0" timeOffset="24771">6406 5338 15888,'2'-4'5814,"-1"1"-3993,-1 3-1256,-76-31-111,23 34-676,13-6 1,-6-1-1,5 6 253,6 13 0,4 5-17,-4 2 0,4 3 237,-7 15-251,14-2 28,13-6-11,19-8 39,28-11-11,12-18-341,8-6 324,-6-11 28,1-11 5,-20 4 1,0-2-31,-5 6 0,-2-3 58,7-26 1,-4-3-14,-15 19 0,-3 0-40,3-8 0,-1 0 73,-3 6 1,-2 3 349,2-18-134,-2 8-68,-3 11-167,-3 24 712,0 7-802,0 7 5,0 20-5,0 0-1656,0 16 1,0 5 1587,0 9-328,-1-8 1,1 8-1,-1-2-1356,1 2 1,2 0-1526,0-3 0,1 3 0,0-5 1853,1-2 1,0-5-1,7 12 1,-8-38-1</inkml:trace>
  <inkml:trace contextRef="#ctx0" brushRef="#br0" timeOffset="26137">8601 5100 17755,'-20'-49'1319,"-1"0"0,-10 6 0,-6 11-1025,5 22 0,-3 8-161,-9 4 1,2 6-343,7 6 1,5 5 242,3 7 1,4 6-488,5 7 0,3 5 465,2 10 1,3 3-39,3-9 0,-1 4 8,0 7 1,-1 5-1,0-1-56,1-13 1,0-2-1,-1 4-730,-1 4 0,-1 4 0,0 0 0,0-5 606,0 0 0,0-4 1,-1 1-177,0-6 0,-1 3 0,1-2 0,-1-2-84,0 1 1,0-3 0,0-2 728,-4 14 1,-1-5 1,3-14 0,0-12-206,1-24-5,-20-46-40,14 10 14,-3-18 1,3-5 93,11 28 1,3-2-105,1-16 0,0-8 1,5 5 1024,8 1 0,3 2-1061,0 2 1,3-2 0,2 3-2,13-7 0,6 2 9,-2 14 0,3 0 0,-1 3-64,3-2 1,2 3 66,-1 5 1,3 0 0,-2 3 1,4 3 0,-2 2-6,1 0 0,2 1 6,-3 3 1,4 0 0,-4 2-1,1 1 0,-1 1 0,16-4 0,-2 2-67,-22 7 0,-3 2 47,8 0 497,-18 11-273,-19 9 39,-21 26-89,-6 3-79,8-16 1,-1 1 670,-5 15-642,11-12 274,18 2-236,2-20 1403,29 9-1235,-5-20 130,29-12-309,-23-3 146,13-21-22,-23 1-23,2-11 39,-9-3 12,-11 2 179,-9 3-330,-12 8-51,-7 6-34,-6 8-27,-2 8-23,-2 6 226,3 5-271,2 7-291,4 14 56,9-3-616,7 14-515,18-11-494,12 3 813,4-10-4240,30-4-488,-12-9 4487,-14-3 0,1-3 1333,20-10 0,-8-10 3590,-14-4 1843,-15-2-325,-17-2-4178,-5 13 443,-11-2-304,5 14-290,-1 0-550,5 4 287,3 3-438,11 4-38,12 9-1,17 11-17,12 15-361,-23-14 0,-1 3 328,-3 2 0,-2 2-3,-5 4 0,-4 2-9,-8 2 1,-6 0 8,-6 0 0,-5-2 22,-3-4 1,-3-3 41,-22 9 73,6-24 57,9-24-68,11-17-23,14-22-16,18-11-175,0 25 0,3 0 116,5 1 0,2 1-14,-5 7 0,3 1-54,11-5 1,0 3-736,13 1-1432,-14 9 0,0 3 2221,8 7 0,-16 5 0,-14 3 0</inkml:trace>
  <inkml:trace contextRef="#ctx0" brushRef="#br0" timeOffset="26637">11073 4945 17116,'20'-54'2156,"1"-1"1,-5 9-1,-2 8-1551,-8 13-379,-4 16-159,-2 16 70,0 19-53,0 26-67,-1-15 0,2 5-437,-1 9 1,1 3 351,0 8 1,-1 2-668,0-18 1,1 1-1,0 1-225,-2 1 0,0 1 1,-1 0-2318,1-1 0,-1 1 0,0-4 2790,-1 7 1,0-6 0,1-11 0,0-7 0,1-12 0</inkml:trace>
  <inkml:trace contextRef="#ctx0" brushRef="#br0" timeOffset="28144">10882 5404 19764,'-10'-45'270,"0"0"1,5 4 0,11 7-310,41 15-14,-9 10 0,2 1-604,-3 2 0,2 0 543,7 0 0,5 1 1,-3 0-478,3 0 0,0 0 466,-5 0 0,3 0 0,-4 0-35,2-1 1,-4-2 352,-10 1 0,-3-2 14,9-11-106,-21 6 134,-18-3 135,-13 7 781,-10 1-372,-2 0 1197,5 4-1090,7 1-265,7 1-341,4 2-201,1 0-63,17 5-10,-2 2 0,28 14-18,2 7-2,-16-6 0,2 2-8,-1 2 0,-1 3-29,-1 9 1,-3 2 8,-8-6 0,-4 0 16,-2 4 1,-7-1 31,-30 19 28,-10-21 16,-20-10 84,1-26-10,18-11-80,9-6 35,21-4-46,13 1-33,27-13-5,-3 11-140,2 6 0,5 2 120,-6 4 0,1 2 2,9-5 1,2 1-381,1 1 0,0-1 377,-2 2 1,0-1-1513,2-1 1,-1 0 1537,11-5 28,2-5 0,-36 11 176,-3-2-170,-13 2-29,-5 6 520,-18 0-508,-4 8 3375,-5 0-3364,-5 8-6,8 4-11,-5 8-22,6 5-6,6 4 12,9 1-18,5-1 18,8-8-1,20 1 17,1-15 1,19-2 4,-4-16-10,-7-3 16,3-13 51,-8-10 22,-5-2 29,-7-6-57,-11 19 123,-3-1 6,-4 10-5,-2-1-79,-1 8-118,2 4-28,0 10 40,4 7-56,1 12-152,4 11-28,1-3-688,2-1 0,1 0-1374,6 13 1105,4 9-1003,6-19-5055,8-21 6135,-5-7 248,21-22 2061,-22-11-34,4-6 1686,-7-10 1640,-9-11-3729,-3 15 432,-2-11-321,-9 34 2861,-1 2-3241,0 6-465,0 6-23,0 3 46,0 8-23,0 14-6,1 8-22,2 15 0,-1-12-11,1 20 11,-1-21 11,-2 9 73,-1-25 6,1-9 100,2-10-84,11-17-89,-3 1 11,5-9 1,2-3 10,9-14-5,5-10 5,-8 26 0,0 3-3369,6-2 3358,7-3 0,-10 18-28,-12 13 0,2 4 11,-3 13-11,-4 9 17,5 25-23,-3-1 3398,2 10-3386,0-17-6,2-9-6,4-12 17,-3-11 34,18-11-17,-3-12 11,-3-5 0,0-2-11,5-12-6,-11 2 1,-4 0 5,-4-4 22,-4 0 1,-2-3 44,-2-9 12,0-19 21,-8 21-38,0 13 212,-1-3-162,2 15-67,1-4-56,1 12 17,0 4-34,0 4 0,2 8 5,0 1-10,6 29-18,5 1 20,-2-8 1,1 1-4,12 14-3,-5-18 1,2 1-34,2-2 0,-1-1-6,-2 0 1,-1 0-115,14 25-186,-32-18-610,-27-4-1903,-29-2 2861,7-13 0,0-3 0,-8 3 0,-4-4 0</inkml:trace>
  <inkml:trace contextRef="#ctx0" brushRef="#br0" timeOffset="28821">13927 5119 18160,'41'-43'1221,"0"0"0,-4 5 1,-11 4-651,-24 6-123,-15 6-235,-16 8-12,-14 7-27,-12 12-40,-4 11-78,12 5 0,16 2 0,3 2-22,-1 14 26,-5 7-26,25 4 10,17-20 20,4 5 110,36-13-68,-3-15-178,-11-5 1,1-4 199,25-11 18,-10-12 50,-10-6 22,-14-3 23,-13 0 23,-7 5 67,-9 7-264,2 11 307,-3 6-363,2 6-5,1 2 16,-2 14-22,2 12-11,2-1-123,12 25-73,-3-27-936,14 30 51,-11-27-3243,12 22 3487,-3-13 0,-7-10 0,0-8 0</inkml:trace>
  <inkml:trace contextRef="#ctx0" brushRef="#br0" timeOffset="29672">14695 5055 17070,'0'-5'4497,"0"1"-3561,0 4-241,-13-69-230,0 46-339,1-16 0,-4 5 30,-12 30-44,-6 13-28,-5 11-22,-3 17-40,20-14 1,1 2-206,0 3 1,1 2 179,0-2 1,4 5 2,10 27 0,11 0-40,16-2 9,6-10 1,10-8-310,3-31 1,4-11 302,3-1 1,0-5-391,2-1 1,-1-5 423,-3-3 1,-2-5 13,-5-2 0,-4-3-250,-10 7 0,-3-4 259,0-17 0,-5-3-6,-8 10 0,-2-1-1161,3-28 0,-2 0 1178,-4 25 0,-1 2 47,0-13 0,0 3 340,0 2-93,0-1 528,-1 19-730,-1 13 305,-1 11-416,-2 14 3287,-1 17-3299,0 23-6,3-15 1,1 3-850,3 8 1,2 2 817,1 7 1,1 3-30,-2-18 1,1 0-1,-1 0-371,2 21 1,-2-1 251,-1-4 0,-3-2-14,-1-9 1,-3-3-141,0-9 0,-1-3-574,-9 13 101,-2-21 134,-4-20 348,-3-20 341,-3-19 123,-1-12 68,13 14 0,2 1 10,-4-12 315,1-12 22,7 27 1766,-2-5-2041,2 6 481,3 4-788,14 5-23,16 3-62,21 2 51,-15 8 0,2 0-147,3 0 1,1 1 204,-1-1 1,-1 0 41,26-6 1,-15-3 89,-17-3 51,-12-3 39,-11-2 106,-7 1 358,-6-1-464,0 9 405,-1 1-478,4 10-129,0 3-11,-1 10 6,-1 11-6,-1 16-28,0 13-90,3 11-17,1-29 1,2 1-353,4 28-504,5-6-3428,14-8 4419,3-18 0,-6-9 0,-6-15 0</inkml:trace>
  <inkml:trace contextRef="#ctx0" brushRef="#br0" timeOffset="29870">15506 4932 19837,'-15'-42'825,"1"0"0,1 5 1,1 9-804,1 19-94,5 17-1,4 3-751,13 34 191,0-17-2187,8 10 0,2 1-1504,2-2 4324,-3-5 0,-1-2 0,-7-11 0,0-2 0</inkml:trace>
  <inkml:trace contextRef="#ctx0" brushRef="#br0" timeOffset="30227">15829 5136 11900,'3'-4'7215,"-2"1"-2841,-1 3-4234,-12-58 162,-11 55-78,-18-34-117,-5 77-2197,24-8 1,2 2 2100,-3 14-6,15-13 1,10 0 231,17-6 1,5-4-226,6 14-4,-4-19 0,2-5 37,5-9 50,9-12-16,0-7-34,-4-5 3265,-12-13-3175,-16-3-23,-6-25-62,-14 5-167,1 21 0,-2 3 151,-9-9 4,-7-1 30,5 15-46,-5 1-39,12 12-50,2 9-129,9 15-381,1 10-699,3 12-3777,15 18 5053,6-4 0,-3-12 0,-3-15 0</inkml:trace>
  <inkml:trace contextRef="#ctx0" brushRef="#br0" timeOffset="31161">16219 5053 24760,'14'-26'73,"6"29"-67,-11 28 27,4 19-22,-9-18 12,-2 3 5,-4-10 84,1-6 39,-1-6 253,2-11-91,4-14-251,5-6-12,7-16 6,6-3-28,-4 7 56,11-6-67,-9 19-50,8-1 21,-11 14-21,7 20 10,-8 4 1,5 17 0,-6 2-6,-4-7-28,3 7-157,11-2-180,20 0 197,-5-8-17,9-15-151,-3-12 227,-14-7 0,0-2 128,0-1 1,-2-1 14,27-15 50,-14-17 22,-22 11 51,4-14-79,-15 18 79,-4-1 34,-5 8-119,-5 3-27,-12 5 17,-13 10-12,-3 6-11,-21 14-11,19 3-3397,-9 13 3397,24-10-6,7 13 23,16-13 17,9 7 27,20-16-33,-6-8 39,14-14 175,-12-22-108,-6 1 3404,-1-12-3370,-18 16 39,-2 6-39,-2 7-84,0 6-78,0 3 5,-1 11-6,-1 7-5,-1 15 6,-1 7-28,2 1 27,7 0 1,2-12 50,25 2-6,3-18 12,21-2-6,-1-21 11,0-12-279,-28 4 0,-1-3 242,1-6 1,-3-1-14,-5 3 0,-1-1-3,3-13 0,-1-5 19,-3-11 1,-3-3-675,0-2 0,-2-1 680,-4 14 1,-1-1-1,-3 2 70,-6-6 0,-3 4-107,-2 7 0,-4 4 188,-19-16-84,-2 25-61,5 16 382,6 20-410,1 17-6,1 23-11,7-11 0,2 4-37,-1 13 1,1 1 30,1-6 1,2 4-21,2 6 0,0 7 0,2-3-66,1-16 1,1-2-1,1 3-275,0 1 0,1 3 1,0 1-1,2-2 367,1 10 0,2-3 0,-1-5 0,1-6 0,0-3 0,0-4 0,0 0 0</inkml:trace>
  <inkml:trace contextRef="#ctx0" brushRef="#br0" timeOffset="53110">19135 5148 20420,'38'-39'386,"-7"12"-196,-32 36 1,-2 4-18,-2 3 1,-2-4 72,0-2 343,3-5 581,2-5-968,2-3-34,-1-9-34,1-8-27,-1-12-18,1-5-27,5-1-40,-1 8 40,16-6-34,-2 18-11,13-3-17,-1 14 0,3 12-6,2 9-5,-1 12-6,-5 9 6,-10 5 22,-12 3-5,-19 1-1,-8-16 1,-5-2 0,-13 10-4,10-15 1,-3-2 14,-4 1 0,-3-2 103,-6-2 1,0-1-37,6 0 0,0 0 16,3-5 1,6-5 286,15-8-84,5-5-51,3-5-90,4-1-44,9 0-107,4 7-6,4 2 12,28 15-17,-16-3-3,3 4 1,2 2-94,14 8-97,-16-6 0,1 0-418,0 1 1,0 0-1215,1 0 0,0 0 1825,4-1 0,-3 0 0,6 1 0,-6-3 0</inkml:trace>
  <inkml:trace contextRef="#ctx0" brushRef="#br0" timeOffset="53303">19799 5345 23469,'49'-32'210,"0"1"1,-6 2 0,-6 8 296,-15 19-798,-9 4-9540,0 11 9105,-10-6 0,0 5 0,-3-10 1</inkml:trace>
  <inkml:trace contextRef="#ctx0" brushRef="#br0" timeOffset="62119">19228 5148 8052,'0'-3'6990,"0"1"-773,0 2-5606,4-22 101,-1 6-494,4-13-16,-4 13 380,2-1-375,-2 6 202,2-2-370,-4 10-173,0 1 151,-6 15 112,-2 9-12,-9 22-50,1-3 6,-2 0 0,1 0-34,-3 5 3,0 5 0,0 0 3,2 2-37,7-18 1,0-1 2,4 5 129,3-17 56,3-11 706,3-10-650,3-14-157,15-29-67,-5 3-435,1 0 1,-1-3 425,-4 7 1,-1 0-15,0 0 1,0-2 30,2-16 1,-2 2-9,-1 2 2,-1 3 1,0 3 9,-5 13-63,2-3-33,-5 25 28,1 13 34,0 4 5,6 36-11,0 6 32,-2-10 0,-1 2-32,-2-11 0,1 1-1568,1 25 1,1-2 1567,0-5-8,1-2 0,1-3 13,1-13 12,0-1 22,-3-13 17,-2-11 303,-3-7-236,-1-11 425,-1-13-520,-2-19-11,-3-19 1317,2 24 0,0-3-1326,-1-3 1,1-2 2,1 2 0,0 0-6,1 4 1,0 2 6,-1-15-35,1 22-10,1 19-40,-4 16 67,-2 16-5,-5 19 0,-2 20-176,6-24 1,1 2 186,0 2 0,2 0 685,-2 22-685,5-21 0,1-3 0,6 6-12,-1 10 12,2-28 45,-2-13 90,-2-7-1,-2-17 278,0 1-389,-5-26-29,-2-8 17,2 13 0,-1-2 0,1-4 1,0-1-171,2 0 1,0 1 163,1 3 1,1 1 0,1-18 0,0 21-85,0 14 6,0 16 51,1 14 5,0 5 17,-1 44 0,2-4 4,-1-15 1,1 1-5,0-6 0,0-2-6,1-2 1,0-3 10,2 14 1,2-1 5,-4-27 68,1 2 5,-2-19-45,-2-13 291,-2-13-324,-4-22-6,3 15 0,-1-3-414,-1-8 0,2-2 422,0-4 1,1 0-4,1-1 1,2 2-9,1 5 0,1 4 9,2-14-17,1 16-62,-4 26 34,-1 11 39,-1 22-23,0 23 20,0-14 1,0 3-214,0 7 0,-1 2 207,1 4 1,0 0-208,-1 0 1,0-1 215,1-11 0,-1 0-64,1 5 1,0-4 68,0 0 29,0 5 95,0-29 300,0-11-401,-2-15-22,-3-14 5,-5-20 273,5 16 1,-1-3-285,0-6 0,0-1 2,2-3 1,0 0 5,2 1 1,0 1 8,2-17 130,2 7-181,0 36-67,-1 1 101,-4 57-33,-1 7 33,0-6 0,0 5-1578,0 4 1,-1 0 1583,1 0 0,1 0-12,0-4 0,1-2 226,1-9 1,0-4-226,1 1 38,0-16 68,0-11-79,0-41-10,-1 11-12,1-23 0,-1-6 1343,1 13 0,0-1-1335,2-19 1,2-1-9,0 10 0,1 4 8,1 5 1,0 4-15,3-14 18,-4 24-24,-4 16-4,-4 22 4,1 2-10,-4 28-51,-1 10-1675,3-14 0,0 4 1185,0 4 0,2 1-1154,-1 4 1,2 0 1629,4 4 1,0-3 0,-1 6 0,4-9 0</inkml:trace>
  <inkml:trace contextRef="#ctx0" brushRef="#br0" timeOffset="62953">17765 1943 18504,'18'39'521,"0"1"0,-3-11 0,-3-1-460,-3 6 1,-1 0-242,-1-1 1,-1 0 254,1 5 1,0 2-722,2 12 0,-1 3 755,0 3 0,-1 3 19,-1-8 1,0 2 0,-1-3-51,0 5 1,-1-1-25,0-13 0,0 2 1,0 0 113,0 2 0,1 1 0,-1-1-69,-1-5 0,1 0 0,-1 5-13,1 3 0,0 8 1,1 3-1,-1-2 0,-1-7-862,0 3 0,0-6 0,0 3 794,0 0 0,0 4 1,0-1-1,-1-3 23,1-1 0,-1-3 0,0-1-373,0 9 1,0 4 350,0-14 0,0 5 0,0 5 0,0 0 0,0-2-9,0-2 0,0-2 0,-1 1 0,1 1 1,-1 2-184,0-2 1,1 1-1,-1 1 1,1 1 0,-1 0-1,0-1 175,1 1 0,-1 1 0,0 1 0,0-2 0,0-2 0,0-2-135,0 6 0,0-3 0,-1-1 1,1 2 129,0-2 1,-1 2 0,1 1 0,-1 1-1,1 0 0,-1 4 1,0 2 0,0-1 0,0 1 0,0-3 57,0-8 0,1-2 0,-1-1 1,0 3-1,0 4-56,0-5 0,0 4 1,0 4-1,0 0 0,-1 1 1,1-1-1,0-3 0,0-4-177,-1 9 1,1-5-1,-1-1 1,1 0-1,-1 2 179,1-2 0,-1 2 0,1 1 0,0-1 0,-1 1 0,1 0-3,-1-2 0,0 2 0,1-1 0,-1-1 1,0 0-1,1-1-83,0 2 0,-1-2 1,1 0-1,0 2 0,0 3 85,0-8 0,0 2 0,0 2 0,-1 2 0,1 0 0,0 1 0,0 0 0,0-1-29,0 1 0,0 1 0,0-1 1,0 1-1,1 0 0,-1 0 1,0 0-1,0 0 33,0 1 1,0 0 0,0 0 0,0 0 0,0 0 0,0-1 0,0-1 0,0-1-32,1 8 1,-1-1 0,0-1 0,0-1 0,1-2-1,-1-2 28,0-2 0,-1-1 0,1-2 1,0 0-1,-1 0-9,1 2 0,-1-1 0,1 1 1,-1 0-1,0 0 1,-1 3 0,1-1 1,-1 2-1,1 1 0,-1 4 3,0-10 1,0 3-1,0 2 1,0 1-1,-1 1 1,1 0 0,0-2-1,-1-1-2,1 1 1,-1 0-1,1-2 1,-1 0-1,1 0 1,-1 0-1,0-1 23,1-1 0,-1 0 0,0-1 1,1 1-1,-1-1 0,0-1 1,1 1-39,-2 5 0,1-1 1,0 0-1,0-1 1,-1 1-1,1 0-95,0 1 0,0 1 1,0 0-1,0-1 1,0 0-1,0-2-11,0 2 0,0-1 1,0-2-1,0 2 1,0 3-332,0-7 0,0 2 0,1 2 1,-1 1-1,1-2 0,0-1 1,0-4 457,1 5 0,0-2 0,0-3 0,1-1 0,-1-3 0,-1 16 0,1-4 0,0-2 0,1-7 0,0 0 0,0 0 0</inkml:trace>
  <inkml:trace contextRef="#ctx0" brushRef="#br0" timeOffset="64828">21452 4848 23696,'-53'27'216,"1"0"1,13-13 0,4 5-188,10 19 1,4 9 0,4-2-1007,4-6 1,3 0 979,-4 8 0,4-1-6,5-8 0,6-2-30,16 21 10,7-4 18,20-7-28,10-26 45,-8-10-10,-12-10 1,-2-3 8,6-4 267,-4-6 1,-1-4-77,3-23-124,0 0 68,-23-10-34,-22 18 990,-6-7-985,-10 6 580,0 7-506,4 7-23,7 10-135,8 4 6,4 5-44,4-1 55,15-1-33,-1-1-3392,43-1 3380,-26 2-189,3 2 0,-1 1 173,-7 2-28,22 14 78,-27 1-50,8 12 5,-14-8-16,-1 8 22,-5-2-28,3 15 0,-3-6 16,-1-4 3202,1-7-3224,1-9 516,8 0-533,8-9-111,22-12 95,1-11 44,-19 2 0,2-2 32,1-6 0,-2-1-9,13-9 22,1-8 129,-21 8-61,-12 13 134,-3-11-196,-15 21 0,-12-2 22,-16 8-55,-3 4 5,-7 6-17,13 5 11,12 0-5,3 13-11,10-6 22,2 5-12,19 1-27,7-11 39,7 1-5,12-10 16,6-11 0,-3-4 17,-1-10-6,-25 2 85,-8-16-74,-10 15 57,-9-20-23,-2 19 28,-7-5-39,4 12 90,1 0-84,6 7-34,1-1-23,3 3-55,12-2 39,-1 3-17,24-6-23,4 5 34,11 0 6,1 2 0,-5 1-6,-1 0 0,1 0 6,-10 1-17,11 3-5,-23 4 38,3 7 12,-23 6 5,-9 1 12,-25 24-17,2-10-15,9-11 1,1 0-8,-3 3 16,13 4 0,10-18 23,20 10-29,-5-17-5,35 2 23,-14-11 5,18-5-17,-20-2 73,6-15-39,-23 10 67,6-27-6,-26 5-50,-9-6-11,-18 5-28,1 17 44,-12 5-21,9 8-29,-4 1-45,10 4-78,10 2-129,8 5-279,5 8 66,6 3-2929,26 24-4879,13-10 7583,-13-10 1,0-2 0,7 0-1,-14-10 1</inkml:trace>
  <inkml:trace contextRef="#ctx0" brushRef="#br0" timeOffset="65201">23661 5302 24363,'1'-41'580,"1"-1"1,-2 5 0,-6 9-424,-26 20-51,-20 16-59,16 1 1,-2 3-623,-5 6 1,0 2 585,-1 3 1,3 2-15,5-1 0,5 2 216,-10 21-224,22-15-12,37 2 12,0-21 2,17-3 1,6-6 14,18-12 2,-14 0 1,0-4 5,-10-4 0,-2-4 14,-3-5 0,-2-3-491,-3-6 1,-3-3 501,-2-5 0,-3-5 9,-3-5 0,-3-3 22,-2-1 0,-1-1 42,-3 3 0,-2 1 3,-1 9 0,0 3 249,-3-17 646,0 28-937,-1 16 1,0 13-63,1 15-22,0 20-12,1 5-195,-2 13 0,-2 6-387,-1-6 0,-2 3 251,0 3 0,-1 7 0,0-8 0,1-10 0,0-4 0,0-1 1,0 1-1</inkml:trace>
  <inkml:trace contextRef="#ctx0" brushRef="#br0" timeOffset="66157">18007 13821 17535,'-2'-43'1421,"0"-1"0,0 1 1,1-3-1,-1 6-1068,-9-11 341,1 33 6,1 3-145,-2-1-123,6 5-253,2 6 67,2 2-201,1 2-23,0 8 46,1 7-24,4 15-4,1 14 13,-1-4 0,1 3-25,0 20-891,0-6 1,-1 1 884,-3-26 0,0 2 32,0 15 0,1 9 1,-2-2-20,-1-9 1,-1-1-1,0 3-20,-1 4 1,-1 5-1,0 1 1,-1-1-561,0-2 1,-2 0-1,0 0 1,-1 0 560,0 5 1,-1 1 0,-1-1 0,1-2-13,1-9 0,0-2 0,1 0 1,-1 1-5,-1 7 0,0 1 0,0 1 0,2 0-10,1-4 0,0 1 0,1-1 1,1 1-57,-1-1 0,0-1 0,0 1 0,2 1-404,1 2 0,1 1 0,1-1 0,3-4-2495,2-1 0,1-4 0,3-3 2965,5 10 0,2-6 0,7 6 0,-8-31 0</inkml:trace>
  <inkml:trace contextRef="#ctx0" brushRef="#br0" timeOffset="69283">25247 5240 17059,'5'-55'1585,"-1"1"0,1 0 0,0-15 0,0 12-1198,2 27 162,-3 15-398,-2 7-246,0 3 95,-2 13 128,0 16-38,0 22-56,1 1-9,-5 2 0,-3 3-552,2-14 1,-2 1 529,-3 17 0,-1-1 0,2-13 0,1-3-1,1-5 1,0-2-3,0 16 23,3-18 150,4-14 433,2-13-472,1-7 1053,9-14-1131,6-10-6,8-13-10,6-6-336,1-3 319,1 3-34,1 5-3300,7 7 3299,-14 17-49,9 7 5,-14 20-11,6 10-40,-1 16 18,-2 8-7,-3 5-22,1-2 6,0-5 28,1-8 282,0-10-170,4-10 3380,-10-8-3340,8-11-7,-8-9 52,11-18-7,-1-6-72,-6 5-6,-4 4 11,-9 15-28,0 5-22,0 1-11,0 7 10,0 9 1,3 7 6,0 11-1,3 11 0,-5-11 6,7 9-11,9-15 34,5-3-35,24-8 24,-20-9 4,5-7 68,-15-7 230,-2-20-252,-7 9-12,-5-13 56,-12 12 1,-5-2-1,-2-5-27,-4 5-57,0 7-44,4 10-135,2 5-342,5 9 315,-1 3-517,4 13-1774,8 18 1052,-1-6-4083,14 17 5506,7-17 0,-13-9 0,3-4 0</inkml:trace>
  <inkml:trace contextRef="#ctx0" brushRef="#br0" timeOffset="70366">26776 5400 14499,'3'-3'6251,"-2"1"-3551,-1 2-1871,6-69-157,-9 43-445,4-14 0,-4 4 2,-10 24-150,-9 7-79,8 4 0,-7 5-17,10 3-22,-2 7 16,5-4-33,4 7 62,3-10-28,1 5 38,0-9 18,1 1 39,0-3 240,0-1-240,0-3-22,-2 0-18,1-2 29,-2-1-12,2 3-27,-2-1-23,0 2 39,-1 0-28,1 1 11,-5-3-16,3 3-23,-3 0 23,-4 2-17,-2 6 16,-1 3-10,-9 15-18,9-3 18,-4 4-7,9-7-21,5 8 22,6-8 5,1 6 34,21-10-17,4-10 0,8 1 23,23-14-34,-29 0 50,1-5 1,-1-3 72,-6-9 45,4-14-50,-18 11 251,-6-12-234,-5 21 251,-2-12-212,-1 21-96,1 0-84,1 8-10,2 2-24,-1 20 46,3 16-9,-2-2 0,0 5-1141,-3 7 1,-3 5-1,1-2 1119,-1 8 0,-3 2-20,1-11 0,-3 6 0,-1 1 1,0-3-653,-3 3 1,0-2 0,-2 2 605,2-5 0,-1 3 0,-1-1 0,0 0-406,-1-4 1,-1 1 0,0-2 0,0-2 440,-7 9 0,0-2 0,-1-4 41,2-10 0,-1-2 0,0-5-165,-7 2 0,1-8 174,-9-6 1319,20-58-1369,23 9 0,8-3-76,4-23 1,5-5-71,1 16 1,2-1 0,0 2 81,-3 5 1,0 0-1,3-1-347,4-5 1,4-4 0,1 0 0,-2 5-7,0 2 1,-2 3-1,3-2-346,-1 0 0,3-2 0,0 1 0,-1 3-525,0 2 0,-1 3 0,0 2-130,10-9 1,-1 3 762,-5 7 1,-1 1 799,-4 4 1,-2 3 2125,11-12 771,0-5-130,-20 19-301,4-4 209,-13 16-2019,-5 5 2070,-3 3-2366,-1 5 473,1 4-647,1 9-12,2 10-190,4 5-45,7 3 17,8-4 22,10-6-34,-3-12 135,26-11 28,-19-14 96,15-10 60,-22-11 35,-10-6 61,-11-4 12,-10 2-236,-3 11 240,-12-2-324,-2 20-61,-11-3-23,-1 20-11,-4 11-17,-3 14-28,-1 11-28,4 10-337,12 7 18,19 3-191,14-30 0,8 0-1744,11 0 0,5-2 2282,3-3 0,1-4 0,17 7 0,-22-15 0</inkml:trace>
  <inkml:trace contextRef="#ctx0" brushRef="#br0" timeOffset="72785">29370 5459 20072,'-6'-45'878,"0"1"0,1-1 0,-6-15 0,-3 11-626,-14 14 107,-21 13-231,15 14-332,0 9 0,-2 4 277,1 5 0,1 5-407,-12 6 1,0 5 361,1 4 0,1 5-20,-3 9 1,5 0-18,13-14 1,5 2-40,-2 14 1,8-2 25,15-9 135,15-2 1,8-4-142,28-10 25,-18-7 0,3-3-3,6-9 1,2-8 50,13-14 0,-2-4-29,-13 8 1,-2-2-199,13-10 0,-5-5 224,-19 7 0,-4-4 5,6-17 1,-1-6-32,-8 16 1,-1-1 0,1-1-2,1-9 0,-1-2 0,-1 2 7,-3 8 1,-2 0-1,-1 4 14,3-8 1,-2 3 162,0-2 0,-2 6 621,-4 7-764,-1-2 79,-10 32-124,-13 33 6,3-3-9,-1 6 0,1 6-42,2 10 1,2 1 70,0-10 0,2 3-119,1 6 0,2 6 0,2-5-467,2-6 1,2-1 365,1 17 1,4 0-56,3-21 0,3-3-45,2-7 1,6-4-152,9-6 0,3-5 210,15 3 56,16-17-91,-27-11 0,-1-5 301,-5 0 0,-1-2 28,13-9 0,-2-2 36,4-11 171,-20 10 1,-5 0 209,-3-5 517,-2-10-847,-18 22 1093,-15 7-1037,-23 11-39,-18 18-141,29-5 1,1 2 172,-19 18-212,24-4-11,10 8 6,8-10-17,5 17-34,15-16 12,24 3 50,7-13 6,16-10 38,-7-17 40,-5-9 80,-13-9 271,-12-2-239,-12 1 23,-8 5-102,-4 8 169,-7 5-219,1 10-50,-5 5 0,-2 11-12,2 3-10,-7 26 5,13-7-34,0 17-11,18-9-5,13-4-1,20-7 12,0-21 0,3-5 33,-10-5 1,0-4-242,14-5 0,-1-6 255,-17-4 1,-3-4-1,-2-5 1,-2-3-9,-5 6 0,-3-4 9,-1-7 1,-2-6-1,-1 2-606,-1-8 1,-2-2 620,0 4 0,-1-2 1,-1 2 31,-3-7 0,-2 5-359,-3 11 0,-1 3 371,-4-5-1,-5 19-73,-3 24 411,1 5-439,-4 30-22,6 16 0,1 6-123,11 0 0,3 3-121,-1-15 0,1 0-9,0-2 1,1 3 0,0-3 0,-1-2 0,0 0-762,0 15 1,-1-1 46,-3-25 0,-1 0-1772,1 12 0,-1-2 2767,-1 2 1,-1-22-1,0-12 1</inkml:trace>
  <inkml:trace contextRef="#ctx0" brushRef="#br0" timeOffset="73278">30495 5608 19160,'-23'-47'1196,"0"0"1,1 8 0,9 5-934,20 9-274,17 9-62,26-6-17,-14 13 1,4 3-290,6 1 0,2 0 278,3 1 0,0 2-324,-3-1 0,0 0 419,-7 1 1,-1-2 39,22-4 94,-18-3 136,-16-3 77,-15-4-117,-9 5 996,-11-8-649,-3 10 730,-10-1-1004,-4 8-39,-7 12-90,-5 11-78,-3 12-57,1 18-38,16-15 5,7 8-23,21-5 46,12-8 5,13 5 5,9-19 57,3-13-3280,5-21 3279,-17 2 30,6-21 66,-20 9 44,-1-8 12,-8 4 0,-4 8-68,-5 10 3251,0 7-3424,-2 5 74,-1 7-74,-1 9 5,-2 12-61,0 13-72,0 10-197,4 7-308,2 3 179,2-12-2094,14 13-3222,6-30 5770,9 4 0,-11-24 0,-7-7 0</inkml:trace>
  <inkml:trace contextRef="#ctx0" brushRef="#br0" timeOffset="73736">31459 5177 22326,'-12'-50'984,"0"0"0,2 5 0,2 12-883,7 25 249,3 13-317,7 13 18,3 21-32,-3-9 1,-2 3-535,-1 9 0,-2 1 534,-1-6 1,-1 1-12,-7 21 1,-2 1 2,1-21 0,-1-2-11,-2 15 0,-1-1 312,-3 9-318,7-18 159,2-19-46,2-13-7,2-12-10,6-25-68,4-13 9,-1 9 0,2-1 8,7-19 17,-3 20 0,1 1 67,14-12 897,6-2-924,5 13-68,-14 16-23,9 7-5,-7 14 17,9 8-28,2 11-23,-3 10-22,-8 7-11,-12 4 22,-22 0 28,-22-3 29,-24-9-253,18-21 1,-4-4 209,-2-3 1,-2-4-63,1-4 1,1-2-70,-20-6-1435,10-15 51,35 10 1546,22-17 0,-2 22 0,15-6 0</inkml:trace>
  <inkml:trace contextRef="#ctx0" brushRef="#br0" timeOffset="74686">32258 5378 18992,'8'-2'4682,"-2"1"-3669,-6 1-425,0 0-335,-69-3-85,34 14-151,-5-10 0,2 3 33,10 21-22,16-5-39,-1 6 0,6 0 11,4-2 0,8-4 44,0-7 18,4-5 95,4-7 67,8-13-157,-1 1 56,13-17 40,1-5-107,-6 5 95,8-7 28,-19 20-39,-3 3-101,-7 6-39,-6 10-5,-2 1 21,-5 16 1,-3 6-6,0 3-19,-1 1 0,1 2-20,3 6 22,-4 15 6,18-22 0,8-13-6,12-1 1,9-8 10,21-14 12,-2-11-349,0-6 332,-30 3 0,-2-3 17,11-18-9,-16 14 1,-1-3 58,-5-3 0,-2 0-11,2-10 73,-11-8 22,-7 24 34,-1-2 399,0 7-534,3 10-33,1 4-17,2 5-17,0 1-3347,19 16 3353,-6-4-292,8 10 1,3 3 308,2 10-129,7 16 129,-20-19-29,-8 9 23,-8-15-39,-1 9 34,-2-10 3070,1-4-3065,2-5 867,1-3-873,2-5 250,0-2-233,0-3 0,0-2 45,-3-3-62,2 1-27,-3-2 33,3 1-11,0 1-1266,1-1-292,0 1 1306,0 4 84,0 0-180,-1 5-195,-4-2 207,1 0-1272,-2 0 1619,4-5 0,0 1 0,1-2 0</inkml:trace>
  <inkml:trace contextRef="#ctx0" brushRef="#br0" timeOffset="75669">33068 5550 25847,'36'-8'241,"1"-2"-146,5-8-33,-12 4 44,4-13-16,-21 1 33,-3-8 28,-9 0 23,-8 8-6,-7 7-140,3 10 5,-5 5-16,7 5 22,-13 9-33,4 6 5,-7 13 12,5 8-23,1 7 0,5-6 0,4 20 5,15-19 1,2 8 16,33-9 1,-2-20-21,-2-8 1,1-2-3,8-6 19,-12-5 1,-2-4 25,8-11-11,7-13 11,-10-7 16,-10-4 40,-10 2 22,-8 3 34,-4 3 11,-4 3 0,-1 4-90,0 8 118,1 1-112,0 11-50,-1-1-23,0 7-33,0 0-1,-1 1 12,0 1-6,0 1-5,0 2 0,0 0 22,0 0-6,1-2 0,1-2-5,0 4 22,1 4-16,1 2-6,25 27 16,-8-14-8,7 3 1,2 1-4,19 11-8,-16-13 0,2 1-250,2-1 1,-4 1-22,-1 24-415,-3-3-975,-35 1 1675,-10 4 0,13-23 0,-13-3 0</inkml:trace>
  <inkml:trace contextRef="#ctx0" brushRef="#br0" timeOffset="76779">19883 7026 19664,'7'-48'1211,"0"0"1,1 0 0,0 6-384,4 8-44,0 1-677,-6 16-90,-4 11 61,-2 19-16,0 4 27,-3 38-55,-1-7-167,2-12 1,0 2 132,1 19 16,8-7-4,2-17 78,18-5-40,-10-20 56,15-11 1,2-5-62,0-6 28,4-6 0,0-3 22,-5-3 31,-9 5 0,-1-2 182,1-7 179,-1-2-369,-13 14-1,-7 9-128,-4 9-6,-2 15 17,2-1 288,4 15-328,8-3 7,11 4-12,7-3 28,6-2 12,-5-10 16,17-5 17,-14-13 0,12-11-6,-20-5 118,4-28 0,-11-2-89,-2 0 77,-5-4-44,-8 32 118,-1-11-96,-1 20-78,-2-1-67,0 11-118,1 2-22,-3 6 78,2 2-806,-7 25-712,2 2-3074,-4 22 3845,3-11 0,3-16 0,2-13 0</inkml:trace>
  <inkml:trace contextRef="#ctx0" brushRef="#br0" timeOffset="76985">21125 6868 26519,'0'-38'325,"0"0"0,0-22-314,-5 65-67,-1 9-134,-1 12-718,1 24 298,2-12-1328,5 25-2952,2-20 4697,2 3 0,-2-19 0,-2-14 0</inkml:trace>
  <inkml:trace contextRef="#ctx0" brushRef="#br0" timeOffset="77185">21280 6558 23729,'-22'-42'334,"0"0"1,2 4-1,5 10 135,10 20-1147,13 13-194,12 12-1985,15 16-1131,-3 0 3195,5 9 0,-23-24 0,0-1 0</inkml:trace>
  <inkml:trace contextRef="#ctx0" brushRef="#br0" timeOffset="77428">21870 6468 25068,'0'-43'650,"0"0"0,1 1 0,-4 16-650,-3 29-12,-3 17-21,-3 22-93,5 2 0,2 4-45,1-2 0,2 2-379,1 1 1,2 1 286,3-1 0,2-1-110,2-11 0,1 0-193,3 7 1,1 0-526,0-6 0,1-2-2656,13 20-6044,-4-18 9791,-9-18 0,-6-12 0,-6-6 0</inkml:trace>
  <inkml:trace contextRef="#ctx0" brushRef="#br0" timeOffset="77868">21769 6995 10063,'-10'-5'9830,"3"1"-8517,-27-17 1,-3-4-160,14 4-939,-18-7 1,10-1-138,39 8-78,8 3-3,17 0 1,7 1-4,-4 3 1,3 0-708,18-7 1,2-1 714,-7 3 1,-2 0 14,-3-1 0,-2-1 5,-5-1 1,-3 0 52,-7 0 1,-2-1 58,13-19 174,-17 5-106,-14 13 554,-6 0-285,-4 14 862,0-2-1221,1 9 193,2 8-221,3 14-23,6 19-50,1 23-5,-7-22 0,-1 1-363,-1 6 0,-2 1 354,-2 2 1,-1 0 4,-2-3 1,-1 0 3,-1-7 0,0-3 16,-5 15 84,3-24 158,4-18-136,2-12-10,10-30-56,5-10-12,6 1 0,2-2-30,-7 16 0,2 0 175,12-11 1,3 3-123,15-1-56,-19 16 0,2 3-17,26-3-72,-5 19 33,-3 20-163,-5 17-128,-22-11 0,-3 3-2224,-2 4 1,-2 1 2553,-4 9 0,-3-2 0,2 4 0,-8 0 0</inkml:trace>
  <inkml:trace contextRef="#ctx0" brushRef="#br0" timeOffset="79034">24184 7330 13917,'-4'0'6693,"0"0"-3517,4 0-2566,2-8-184,1 2-163,3-9-33,4-2-56,2-10-51,3-11-28,2-11-50,-8 19 0,0-3-385,0-5 1,-1-1 378,-1-6 0,-2-1 0,0-5 1,-2 1-18,-1 9 1,-1 0 41,-4-17 0,-2 2-16,1 22 0,0 1 30,-3-9 0,-1 2 57,-2 3-158,1 20-5,-1 23 34,-6 24-20,3-3 0,-1 5-572,-3 10 1,0 3 588,-1 8 0,1 3-9,1 2 0,2 2-2,3-2 0,4 0-4,1-3 1,4-2-98,6-6 0,4-3 86,4-5 1,5-5-19,4-5 1,6-4 29,2-7 0,4-4 2,4-6 1,0-4-9,24-7 28,-15-10 1,-1-5-7,-17 1 1,-2-2 11,13-16 0,-4-2 5,-2-9-5,-19 14 0,-3 0 27,-5-5 18,-1-4 28,-7 11 1124,-1 13-1186,-1 8 888,1 7-944,2 3 52,-1 13-35,1 8-62,0 18-50,6 2-129,4 2 45,2-11-1132,14 11-1233,-5-16 2572,13 8 0,-17-21 0,-2-5 0</inkml:trace>
  <inkml:trace contextRef="#ctx0" brushRef="#br0" timeOffset="79953">24778 6821 23271,'-9'-21'-779,"2"21"367,6 26 0,5 12-238,-1-2 1,0 0-197,2 0 0,1 0 90,0-4 0,2-1-78,9 18 638,2-16 582,-2-17 421,-2-12 391,-1-16 371,-1-9 571,3-20-1099,-2-1-643,-2 1-51,-2 9 549,2 0-465,-4 10-201,4-3-258,-8 18-44,1 7 77,2 12-16,6 11 5,0 2-11,0 4 1,-2 2 16,-1 6-6,5 15 1,-11-23 27,-1-14 6,-1-2 185,0-7 44,1-6-156,-1-3-17,3-8-11,2-7 11,4-9 39,14-11-67,1 7-28,9 0-28,-11 16-28,2 7 17,-9 7 5,3 9 1,1 12 5,-6-2-6,4 10 6,-3-8-5,4 3 16,11-2-17,-3-10 17,5-3-5,-12-9 5,3-6 23,-6-7 39,8-15 44,-6 1-55,-2 0 78,-6 4 17,-6 10-40,0 2-66,-2 5-85,-3 5 6,1 6 17,1 2 11,4 13-6,4 7 12,8 17-17,-1-4 11,0-4-23,-1-9 6,-3-13 17,3 0 17,7-13 6,-1-9-1,8-11 17,-2-9-22,-6 5 5,-2 0 118,0-4-44,-10 13-57,2-5-90,-11 17 7,-2 3-18,-2 5-22,-1 14-101,1 6 28,-1 4-531,9 11-198,3-14 169,3 4-6368,13-8 7085,-10-14 0,2 1 0,-10-7 0</inkml:trace>
  <inkml:trace contextRef="#ctx0" brushRef="#br0" timeOffset="80114">25950 6846 20263,'-1'-7'3780,"1"1"-3416,0 6-5018,-3-24 4654,12 37 0,-9-33 0,10 39 0</inkml:trace>
  <inkml:trace contextRef="#ctx0" brushRef="#br0" timeOffset="80377">26182 6623 25023,'-11'-48'685,"-1"0"1,1 6-1,3 9-674,5 23-11,2 8-5,7 16 5,8 17-9,-1-3 1,1 2-751,4 11 0,0 3 627,0 8 1,0 2-601,-1 6 0,-2 1 414,-7-19 1,-1 0-1,0 0-343,3 19 1,-1-3-227,-3-14 1,2-1-445,2 0 1,3-3 755,11 14 1,-6-15 0,-2-13 0</inkml:trace>
  <inkml:trace contextRef="#ctx0" brushRef="#br0" timeOffset="80552">26331 7158 19749,'9'-40'20,"-1"0"1,15-4-1,6 10 898,28 16-1022,-22 7 1,3 0-247,3 5 0,2 1-4566,9 3 1,0 0 4606,-12 0 1,-2 1 0,4 0 0,-6 1 0,-18 0 0</inkml:trace>
  <inkml:trace contextRef="#ctx0" brushRef="#br0" timeOffset="81403">26962 6922 15048,'-3'0'5651,"1"0"-1825,2 0-3428,-19-3-135,14 2-174,-14-2 58,19 3-30,-1 1-89,-1 3-5,0 1-18,0 4 1,1 1 27,5 3-21,0-2 88,19 6-16,1-8-44,7 3 55,13-8-34,-13-4 102,17-11-79,-24 2 106,2-23-123,-20 16 51,1-18-23,-13 11 12,-5-2-35,-10 6-27,-7 7 11,-19 10-45,14 3 6,-17 12-22,21 5 10,-1 9-16,8 7-34,10 6-39,13 2-61,14 3-102,19-1-295,-10-22 1,5-2 348,5 0 0,4-3 16,7-2 1,1-3 89,-8-3 0,2-3-42,3-3 0,4-3 1,-4-2 91,3-2 1,-1-3 37,-3 1 1,2-1 0,-3-3 40,1-4 0,-4-2 22,-6-2 1,-5-2 103,11-22 68,-18-4 22,-16 2-12,-19 6-50,-19 13-22,-21 13-110,20 11 0,0 4-234,-2 3 1,1 3 177,1 3 0,3 4-8,-19 19-22,17 4-28,17 0 16,17-3 689,16-3-728,18-6-11,18-7 61,-20-14 1,3-4-278,2-3 0,0-4 294,1-3 1,0-4 19,-3-4 0,-2-3 3,-3-5 0,-3-3 13,-2-4 1,-5-3 11,-2-4 0,-3-2 5,-3-4 1,-2-1 22,-3 0 0,-2-1 34,-1 2 0,-2 2 16,0 3 0,-2 3 132,-1-24 214,-1 17-248,-1 15-95,0 13-123,1 10-11,0 6 6,1 5-1406,-2 24 0,0 13 791,0 2 0,-1 5 1,0 1-726,0 0 1,-1 0-1,-1 1 1041,1 7 0,-1 1 0,0-9 1,1-16-1,1-7 0,-2 5 1</inkml:trace>
  <inkml:trace contextRef="#ctx0" brushRef="#br0" timeOffset="82585">28933 6879 18627,'1'-58'832,"1"0"0,0-1 1,-1 6-1,1 2 1,0 5-276,2 7 0,-1 3-145,0 4 0,-1 0-9,1-3 1,-2 3-315,0-3-50,-1 17-11,0 32-5,3 24-26,0-3 0,0 5-713,3 14 0,1 4 690,-2-11 0,1 3 0,-1 1-62,1 4 0,0 2 0,-1 0-146,0 2 1,-1 1 0,0-1-766,-1 0 0,-1 0 0,0-2-359,0-2 1,-1-2 0,0 0 1007,1-1 0,0-2 1,-1-4-1,0-4 0,1-5 1,2 22-1</inkml:trace>
  <inkml:trace contextRef="#ctx0" brushRef="#br0" timeOffset="84086">28781 7213 16958,'-30'-43'1525,"0"-1"0,2 1 1,9 6-1420,20 16-5,35-19-174,18 19 11,-7 5 1,3 3-617,-10 6 1,2 3 643,3 0 1,5 2-1,-5 1 0,-9 0 1,0 0-55,11 1 0,6 0 1,-8 0 270,16 2-119,-21-1 1,-4-1 13,-9 0 68,-14-4 38,-19-3 102,-5-4 1223,-5 0-529,-4-2-308,6 4-129,3-2-358,7 6-6,3 1-151,6 3-17,9-1-33,28 14 11,-8-1-9,-3 4 0,0 3-368,14 17 349,-18-13 0,-2 3-17,-3 6 0,-4-1 50,4 11 23,-16 10-6,-22-24 0,-13 4 23,-13-9 16,-2-9 45,6-9-16,12-11-51,12-6-11,10-3 304,24-16-327,-2 13-39,23-8 1,8-1 21,-17 12 1,1 1-374,14-7 1,1 0 367,-7 4 0,-3 1 22,-7 4 1,0-1 8,7-2 0,1-1-1562,0 0 1,-1 0 1591,8-3 57,-4-1-6,-34 13-39,-8-1-45,-6 3 560,-21 0-515,1 4 3420,-14 4-3376,1 7-22,1 9-33,2 6-17,7 8-17,10 3 0,10-7-39,15 13 16,9-16 12,13 7 0,7-15 22,14-7 11,-3-11-10,-3-4 27,-6-12 22,-13-3 35,1-10 27,-8-4 23,-7-1 22,-4 4 28,-5 4 34,0 8-62,-2 8-107,0 5-134,-2 9 73,-1 5-16,0 5-29,-1 13-50,0 7-73,-1 13-79,4 0-297,0 4 276,3-20-421,5 2-168,7-22 51,12-1 391,13-12 418,-8-6 0,0-2 47,13-7 118,-8-4 0,-3-2 168,-2-8-140,5-7 308,-15 6 364,-8 8-593,-5 5 189,-3 2-194,-4 14-169,0 1-96,0 12 12,0 0-23,0 17-10,0 1 16,1 8-34,-1 10 34,1-19-11,0 1 22,-1-20 28,1-4 68,0-1 27,6-10-95,3-5-5,10-11-17,-2 4 11,8-9 16,5 5-27,-7 4-3375,11 1 3352,-22 15-16,15 6 16,-13 9 1,3 5 10,-2 17-10,-6-7-1,3 10 3398,-5-14-3403,10 5 28,-6-16-23,31 5 0,-22-14 18,26-7-12,-27-3 28,9-12 0,-10-3 72,5-24-38,-8 10 13,-7 1 1,-1 0 131,-2-5-83,1-8 268,-9 16-286,-1 20 51,-2-3-68,1 12-100,1 1-6,2 2-11,2 13 28,2-1 34,12 35-28,5-4-389,-5-8 1,0-1 360,7 12-102,-7-13 1,-2-1 11,-1 9 22,2 7-358,-21-3-168,-10-17 163,-4 3-2062,-23-14-2521,12-16 5036,-10-3 0,22-3 0,9 1 0</inkml:trace>
  <inkml:trace contextRef="#ctx0" brushRef="#br0" timeOffset="84919">31704 7162 12640,'3'-6'3408,"7"-25"0,2-7-1873,-5-1-916,4-6 0,-1-1 400,-7-1-151,-1 8-218,-6 10-314,-3 12-196,-9 9-62,-8 9-27,-10 10 0,-9 12-29,5 1-25,11 0 0,1 2-19,-1 11 11,-5 15 0,23-22 16,24 2 18,9-18 10,21 1 6,2-16 51,1-11-34,-12-3 151,3-17-56,-20 4-83,3-5 94,-9-2 140,-4 8-122,-2 2-74,-2 7-106,-4 15-11,-2 5 11,-5 13-28,-4 12 5,-1 3-212,-5 29-157,8-15-12,3-11 1,2-1-358,5 9-2432,11 5 3193,17-12 0,-12-10 0,5-8 0</inkml:trace>
  <inkml:trace contextRef="#ctx0" brushRef="#br0" timeOffset="85727">32295 7096 11928,'1'-7'8161,"1"2"-7192,3-56 1003,-12 31-1614,6-6 1,-5 3 77,-18 16-38,-13 21-325,9 4 11,-17 20-45,14 6-28,-8 14-28,18-15 1,2 2-21,4-3 1,1 1 5,1-2 0,3 1-187,-1 26-62,21-20 0,19 1 5,28-17 180,-19-17 0,3-5-554,4-4 0,0-4 651,-8 1 1,-1-3 36,15-12 1,-4-4-262,-18 5 0,-2-3 298,11-10 0,-4-4 24,-13 2 1,-5-3 39,-3-5 0,-3 0-65,-3 7 1,-2-2 196,0-21 0,-2-1-62,-1 22 0,0 0 45,0-14 0,0 3 8,1 0 275,0 13-426,-1 26-101,-1 2-11,0 20 1150,-1 15-1145,0 24 9,-3-14 0,0 2-14,0-5 0,0 2-181,-4 5 1,-2 4 0,0-2 79,-1 4 0,-2 0-19,1-3 1,-1 2 0,0-2-108,-2 6 0,1-3-48,3-7 0,2-1-668,-2 22 282,14-20 202,4-16 263,7-15 190,2-22 62,-8-1 101,0-26 95,-8 2 79,-3-14 94,-2 2 1049,-2 4-1054,1 8 127,1 10-457,2 6-90,7 7-50,9 3-7,13 5-15,11 3 4,7 2 46,3 2 11,-4 0 16,-3-4-3363,0-4 3375,-16-1 50,4-4 46,-18 6 94,-1-3 67,-5 3 45,-3 0 113,-1 1 3066,-1 2-3397,-1 1-73,-2 2-23,-4 4-21,-5 5-85,-10 13 39,6-3-106,-5 16-112,14-7-168,1 10 95,3-8-1982,6 11-5014,3-17 7349,2 6 0,-3-19 0,-1-6 0</inkml:trace>
  <inkml:trace contextRef="#ctx0" brushRef="#br0" timeOffset="85918">32943 6703 19070,'-2'-4'3075,"0"0"-1916,2 4-1450,4-22 5,0 21-1417,9 4-1327,-6 26 3030,3 23 0,-8-28 0,-2-1 0</inkml:trace>
  <inkml:trace contextRef="#ctx0" brushRef="#br0" timeOffset="86268">33111 6946 23030,'-23'42'15,"0"0"0,0-6 0,10-5-4,28-3-6,0-7 7,4 5-1,-6-10 179,1-2-44,-9-12 195,2-3 7,-3-8 21,0-9 342,-4-25-452,-6 5-159,-3-8-4,-1 18 88,-1 2-38,-1 4-90,0-4-112,4 11-678,4 7 241,2 8-1086,2 10-8252,5 10 8663,-2-4 1,3 1 0,-4-14 0</inkml:trace>
  <inkml:trace contextRef="#ctx0" brushRef="#br0" timeOffset="86860">33275 7004 25808,'13'7'50,"-2"8"-27,-11 21-1,0 4-22,0-8 6,-3 3-1,-2-11 12,-6 3-11,5-13 111,-1-5-38,6-7 66,6-12-105,3-6 10,9-13-11,5-3 17,1 1-5,-5 10 16,-1 4-39,-6 8-23,2 4-5,-2 3-28,5 9 28,6 12 12,-2 6-7,0 11 18,-12-12-18,-4 11-16,-4-16 0,0 5 33,1-14-16,0-6 11,11-8 33,3-7 40,11-11-34,-5 0 128,-1-10 63,-10 5 38,-1-4-10,-6 5 61,-4 5-168,0 10-135,-1 3 63,1 6-91,1 3 6,3 7-11,0 1-16,15 29-7,-6-13-22,9 19-347,-5 11-341,-8-6-947,-8-12 1,-5-1-4795,-13 10 6474,-23-2 0,21-27 0,-2-3 0</inkml:trace>
  <inkml:trace contextRef="#ctx0" brushRef="#br0" timeOffset="91228">1185 8324 26128,'-24'-33'-2186,"7"8"1569,27 30 700,4 6-252,-4 4 133,-5 9 467,-30 16 364,2-12-611,-3-5 0,-1-4 559,-8-3 156,-3-20-894,19-6 112,11-35 44,12 14-127,3-4 1,2-2-644,2-3-1267,3-1 1,0 2 1780,0 10-41,16-16 336,-17 35 185,16 4-238,-16 13-340,15 15-86,-2 21 3,-1 11 1524,-12-16 1,-4 2-1370,-5 1 0,-4-1-60,-2-5 0,-4 1-2,-8 4 0,-4 3 0,-5 0 67,-4-1 0,-5-2 0,-1 2-942,-4 7 0,-3 1 1,0-3 1040,3-7 1,0-3 0,0-2 6,1-5 1,-1-2 0,4-4-38,5-5 1,-1-3 76,-15 7 0,1-7 120,4-14-38,-2-4 78,30-42-106,20 1-8,1 10 1,4-1-55,17-12-3,-3 18 1,4 3-28,7 5 0,3 3-6,0 2 0,0 2-3,0 1 0,0 6-118,-5 7 1,1 7-3098,13 7 1,-1 3-1382,-15-6 0,-2 0 4613,15 7 0,-8-3 0,-23-9 0,-9-3 0</inkml:trace>
  <inkml:trace contextRef="#ctx0" brushRef="#br0" timeOffset="91411">1778 8787 19647,'0'-5'3394,"0"0"-2985,0 5-1132,77-52-9108,-18 38 9741,-1-13 1,-2 2 0,-10 25 0,-20 0-1</inkml:trace>
  <inkml:trace contextRef="#ctx0" brushRef="#br0" timeOffset="106544">3339 8858 15517,'-7'-63'1183,"0"0"1,1 5 0,1 9-652,2 17 791,-1-9-588,2 5-30,0-1-772,2 18 173,0 15-5,15 48-84,1 5-357,0-8 0,1 3 334,-1-7 1,1 0-7,1-1 1,1 0 8,0-5 1,2-2-2889,19 16 2908,-11-19 207,1-9-6,-19-13 521,7-10-487,-8-12 359,5-15-583,0-10-17,1-7-28,1-2-112,3 0 3359,-3 15-3897,12-3-2632,10 17-5791,1 8 8242,1 13 0,-22 6 0,-9 3 0</inkml:trace>
  <inkml:trace contextRef="#ctx0" brushRef="#br0" timeOffset="107428">4330 8673 22043,'5'16'1788,"7"-9"-1514,13-24-196,-4 0 146,16-19-28,-16 9-11,7-13-106,-15 15 105,-5-5 74,-7 3-140,-6 2-17,-7 2-73,-7 14-45,-8 8 12,-7 12 21,-4 11-16,0 13-16,7 8 10,9 5-16,11 5-23,7 3 0,11 0 23,2-13-52,26 10 46,1-23-161,-7-12 0,4-2 197,-2-7 1,1-4-15,22 0 11,-17-8 1,0-4 28,5-5-34,9-7 135,-20-11-1,-19 6 1,0-15-18,-13 5-16,-2-2-39,-2 7 61,1-11-89,3 19 377,11-24-439,6 22 34,14-9-6,6 14-17,5 8-5,1 9 44,-3 14 29,-4 13-51,-7 13-34,-4 9 12,-3 4-12,1-1 0,3-4 18,5-7-7,14-6 12,0-16 17,0-5 5,5-17 0,-7-11 0,11-14 14,-29 8 1,-2-5-275,-2-4 1,-4-4 264,-1-6 1,-3-3 8,-1-5 1,-3 0-7,0-4 1,-2 0 16,0 0 1,-1 0 21,-2 3 1,-1 1-3,0 4 0,-1 1 0,-3 5 0,0 3 101,-4-21 5,-1 19-100,1 18-84,2 11-1,2 10 23,1 23 28,1 14-25,0-5 0,0 3-527,1 9 1,0 0 506,0-5 0,1 2-127,1 5 1,0 5-1,1-2-119,3 4 0,2 0 14,-1-5 1,1 3-1,3-4-317,6 4 1,5-4-906,8-3 1,2-4 669,-11-16 1,0-2-2183,8 2 0,-3-4-4981,-5-8 7964,-4-2 0,-11-8 0,-7-3 0</inkml:trace>
  <inkml:trace contextRef="#ctx0" brushRef="#br0" timeOffset="107762">5592 8899 16124,'-50'-21'2225,"1"0"1,6 2-1,7 2-1497,14-1-509,11 1-225,19-1-11,18-3-16,26-4-232,-17 11 1,3 1 239,5-1 0,1 1-211,1 0 0,1 1 227,-2-1 1,-2 0 5,-2 1 0,-3-1 11,-4-1 1,-3 0 47,19-15 11,-13-3 51,-14 0 112,-9 4 156,-7 4 180,-6 6 328,-3 7-491,-1 6 376,0 3-734,1 2-51,0 6 0,-2 10 1,-2 18-46,0 14-89,4 12 17,4-9-261,5-11 0,4 0-2410,3-8 1,1-1 2003,-1 2 0,2-2 790,6-3 0,-2-5 0,-7-12 0,5 1 0</inkml:trace>
  <inkml:trace contextRef="#ctx0" brushRef="#br0" timeOffset="107951">6293 8252 17451,'-6'-3'4262,"2"0"-3662,4 3-2230,0 0-723,-19 19 2353,39 11 0,-32-4 0,37-2 0</inkml:trace>
  <inkml:trace contextRef="#ctx0" brushRef="#br0" timeOffset="108552">6920 8461 22214,'-49'-4'295,"-1"0"0,3 2 0,5 7-195,-8 27-60,8 7-7,8 11-38,17-14 868,6 13-891,11-15-11,6 12 261,6-3-396,19 0 146,-6-17 154,19-2-165,-10-19 500,11-4-500,2-9 45,9-8 11,-20 2 33,5-7 34,-21 4-62,-4 3 40,0-11-45,-11 13 5,5-14 1,-7 15 21,4-8 1,-4 10 11,2-1-5,-1 2-40,-1 4 0,-2 2-1198,-1 2 543,3-1-4269,12-1 1004,-3 0 3909,15-3 0,-19 3 0,4-1 0</inkml:trace>
  <inkml:trace contextRef="#ctx0" brushRef="#br0" timeOffset="109211">7266 8582 8231,'6'-3'8833,"-2"0"-7791,-4 3 3820,0 0-4061,35-44-291,-28 30-62,20-34-280,-39 44-68,-9 2-66,5 5 28,-9 6-12,2 7 17,-8 8-5,-4 7 16,-3 5-55,0 3-23,7 0 11,11-4-22,11-10 11,17 1-23,18-9 18,10-3 10,4-4-10,3-12 49,0-12 13,-1-5 16,1-13-12,-20 7 141,-1-14-12,-13 13 51,1-7-90,-8 16 152,-2 6-18,-2 6-189,1 2-68,-2 3-51,0 6 18,-1 8-12,0 10-11,3 9 0,8 5 5,2-7 7,23 6-18,5-19 34,23 0 17,-12-15-9,-15-7 1,1-5-9,1-8 0,1-3 22,0-3 0,-1-2-123,-2-1 0,-2-3 120,-5-3 1,-4-5-765,-3-13 0,-3-3 753,1-5 1,-1-3 21,-5 13 0,-2-3 0,-1 3-349,-1-11 0,-2 4 450,-3 8 1,-3 4-163,-9-16 171,-2 28 120,-7 17-238,2 21 1329,-3 15-1367,-2 24-4,10 1 0,3 4-5,2-13 0,1 2 59,0 13 1,2 5-485,4-8 0,3 3 1,2-1-1828,1-4 0,2-2 1,1 3 2276,1 13 0,1 3 0,1-7 0,0-8 0,1-8 0,6 6 0</inkml:trace>
  <inkml:trace contextRef="#ctx0" brushRef="#br0" timeOffset="109811">9606 8525 21965,'-43'-9'333,"0"1"1,0-1-1,-17-1 1,5 10-60,19 22 0,6 5-156,-12 9-54,19-9 1,5 2-15,9 9-27,12 14-12,21-1-9,5-22 1,4-2-256,-8-8 1,2-2 243,18 5 1,2-3-3,-15-8 0,0-1 8,-1-1 0,1 1 0,1 0 0,-5-1 214,-5 2-99,-17 8 5,-21-8-83,-41 6-29,25-10 1,-3-2-138,-9 3 0,-2-2 126,-9 1 1,2-2-21,16-1 1,2-2-118,-6 1 1,3 0-365,8 0-1292,1 2 1799,16 4 0,8-4 0,4 2 0</inkml:trace>
  <inkml:trace contextRef="#ctx0" brushRef="#br0" timeOffset="111311">10353 8640 16230,'2'-6'5371,"-1"1"-4519,-1 5 643,-65-31-985,23 30-1134,0-14 0,1 4 736,2 25 382,5 6-444,-1 10-33,-6 16-51,19-9 1,4 1-725,-4 16 637,12-13 1,8-2-244,26 7-121,-2-20 0,4-2 177,10-4 0,5-5-1022,16-3 0,1-4 1282,-18-3 0,1-3-14,4-4 1,2-4 0,-6 0 28,14-7 30,3-7 0,-1-2 15,-13 2 74,-1-5 1,-3-1 523,-12 5-286,-5-3 1,-4 1 255,-8 3-121,0-18 3073,-13 23-3330,-9-8 78,-17 15-118,-7 4-117,-4 6 11,-2 15-17,9 5-39,-10 17 6,16-3-12,7 5-16,14-15-28,13 3 16,8-10 34,13 0 6,8-8 27,12-16 23,-5-9 51,4-12-40,-21 2 269,-1-14 34,-16 12 5,1-9-100,-9 13-152,-2 8 73,-2 4-79,0 6-117,-3 4-28,-4 8 17,1 3 6,-6 13-12,5 5-17,1 20 12,8-14-57,16 20 29,7-29 39,4 4 5,1-16-5,16-9 39,10-19-20,-20 3 1,-1-1-1,-4-3 1,-2-4 19,6-12 0,-4-3-275,1-6 258,-10 5 0,2-6 1,-4 1-464,-1-4 1,-3-2 453,1 4 0,-1-4 0,0 1-492,2-11 1,-2 2 517,-4 4 0,-1 3 42,-2 8 0,-3 3 9,-3-11 139,-10 9-134,3 26 236,-5-3-298,8 13 806,0 1-816,2 1 1096,0 0-1086,-1 1-5,0 1 0,0 0-11,-1 1-6,1-1-34,0 0 62,2-1-39,-1 1 0,0 1 27,-6 14-4,-3 8-1,-7 22 3,6-19 0,-1 3-724,-1 7 0,-1 1 693,3-6 1,-2 3-1,0 3 0,-1 5 0,2-3-22,0 4 0,0-1-271,-2 11 1,3-2 228,5-10 0,8-5-374,38 12 374,-15-29 0,4-3-34,14-3 0,4-6 11,-3-6 1,0-3 38,-2-2 1,-2-1 19,-5-2 1,-3-2 32,12-5 63,-7-24-18,-24 18 1347,5-24-1223,-14 17 596,2-8-658,-2 1 310,2 5-248,-3 5-28,0 10-62,-3 5-62,0 6 12,-4 7 11,-5 7-28,-5 8-50,1 13 22,4-10-112,6 10-79,11-12-122,5 5-292,11-4-555,5-5-923,5-6-2107,4-10-117,-8-5 4335,1-6 0,-20 4 0,0-2 0</inkml:trace>
  <inkml:trace contextRef="#ctx0" brushRef="#br0" timeOffset="111459">11865 8478 24732,'-26'-27'-479,"-1"0"1,-7-9-1180,52 51-3960,12 11 5618,1 0 0,-11-8 0,-8-8 0</inkml:trace>
  <inkml:trace contextRef="#ctx0" brushRef="#br0" timeOffset="112231">12232 8563 24855,'-33'34'22,"0"0"1,2 0 0,8 0 33,20 19-56,3-16 33,7 10 40,2-32 140,5-4 123,1-7-168,-2-7 140,7-9 68,9-20-136,3-7-145,-11 12 1,-1-1-40,7-9-26,-6 11 1,0 2-14,5 0-39,10-5-23,-12 24 17,-9 7-28,1 17-39,-5 10-28,4 15-17,6 6-1719,-1-20 1,2-2 1701,13 11-284,-2-16 0,4-4 253,-6-8 0,0-3-34,9 2 0,2-2 196,-1-3 1,-1-1 31,-1-4 0,-1-3 16,-2-1 0,-2-2 62,24-13-33,-19 1 3228,-8-10-3067,-21 9 637,-6-5-732,-20 12 391,-16 6-407,-14 13-56,-7 8-28,6 11-6,12 3-22,14 1-17,12-5 11,9-6 22,5-6-5,9-6 0,6-4 23,7-4-1,3-8 34,2-9 51,-1-10 89,-2-6 117,-4 0 264,-5-1-392,-9 16 39,-6 4-157,-4 13-28,-1 8-5,0 14-17,0 20-9,0 0 0,0 3-11,-1-11 1,1 1-622,-1 24 0,-1 4 607,-3-12 0,-2 1-21,1-5 1,-1 2 0,-3 3-64,-3-3 0,-2 4 1,-1-2-1,1-2-427,-1 0 0,1-3 0,-4 2 413,-2 1 0,-4 2 0,0-1 1,0-5-10,-13 8 1,0-4-17,9-14 0,0 0 0,0-5 154,-5 3 0,1-10-92,-10-19-1961,20-54 1695,18 11 0,3-2 0,-2-20 0,9 8 0</inkml:trace>
  <inkml:trace contextRef="#ctx0" brushRef="#br0" timeOffset="115034">7139 11016 7797,'7'-56'1470,"0"0"0,0 0 1,0 3-1,0 2-451,4-10 1,2 7 330,2 15-924,-3 6 442,-1 15-688,-6 14 568,7 18-345,2 15-274,-3 0 0,0 3-365,6 27 359,-9-9 1,-3 6-660,-2 4 0,-4 6 649,-1-8 1,-3 7-1,0 2 1,0-5-560,1-14 1,1-3 0,0 1 0,-2 6 482,0-3 1,-2 7-1,0 3 1,0 1 0,0-1-1,0-4 1,1-6-14,-1 15 0,0-9 1,0 10-5,2-12 0,-1 7 0,0 5 0,1 2 0,-1-2 0,1-4 0,1-8-565,0 13 0,1-9 0,0 9 563,2-12 1,-1 8-1,0 4 1,1 1 0,0-1-1,0-4 1,0-8-12,2-2 0,-1-7 0,1 0 0,0 8-5,0-3 1,0 7 0,0 4 0,0 3 0,-1 0-1,1-2 1,0-5 0,0-5-12,0 6 1,0-8 0,0 0 0,0 9-85,-2-11 0,1 6 0,-1 4 0,0 3 1,-1 1-1,1 0 0,-1-1 0,0-4 0,1-5-848,-2 14 0,0-5 0,-1-2 0,1 0 1,-1 5-465,1-6 1,-1 3 0,1 3-1,-1 0 1,0-2 0,1-3-1,-1-5 1274,0 9 0,0-5 0,0-3 0,1-4 0,0-1 0,0-3 0,2-10 0,0-2 0</inkml:trace>
  <inkml:trace contextRef="#ctx0" brushRef="#br0" timeOffset="115653">10422 10422 18692,'-6'59'154,"-1"-1"0,1 1 1,-1-1-1,1 2 1,-1 1-1,1-1 1,1-1-1030,1-6 0,0-2 0,1 0 0,0 1 947,-1 5 1,0 2 0,-1 0 0,1 1-33,0-9 1,0 2-1,0-1 1,-1 0-1,1-2-19,0 3 0,-1-2 0,1-1 0,-1 4 3,0-4 1,0 3 0,0 1-1,-1 0 1,1 0-6,-1 2 0,0 1 0,1 0 0,-1 0 0,1 1-305,0 1 1,0 0-1,0 1 1,0 0-1,1 2 288,-1-6 1,1 1 0,0 1 0,1 0 0,0-1 0,0-2-33,1 2 1,0-2 0,1-1 0,0 0 0,0 0-97,0 1 1,0 0 0,0 0-1,1-1 1,-1-2-81,1 2 0,0-3 1,-1 1-1,0 3-1761,-1 2 1,0 6 0,0 0 0,-1-4 0,0-7 1437,1-6 0,0-6 0,-1 1 1,0 18-1,-1 2 0,0-16 0,2-18 1</inkml:trace>
  <inkml:trace contextRef="#ctx0" brushRef="#br0" timeOffset="116253">7563 10624 15772,'-4'-2'579,"0"0"-328,4 2 863,21-13-701,-2 10 411,43-8-520,-26 11 1,3 2-1146,18-1 1,6 0 862,-14-2 1,3 0 0,2 0-38,-8-1 1,2 0 0,1 0-1,0 0-30,7-2 0,1 0 1,1 0-1,4-1-530,-9 1 0,4-1 0,1 1 0,0-1 1,-1 0-1,-3 1 358,8-2 0,-3 1 0,-1 0 0,5 0-442,-7 1 1,3 0 0,3-1 0,-1 1 0,-2 0 0,-3 1 484,6 1 0,-3 0 0,-3 1 1,-2 0-1,3-1 0,-3 0 1,-2 1-1,-9 1 0,0 0 1,0 0-1</inkml:trace>
  <inkml:trace contextRef="#ctx0" brushRef="#br0" timeOffset="116926">6940 15463 14174,'-6'0'275,"2"0"1523,4 0 313,98-15-1621,-51 9 1,4-1-1117,-4 1 1,6-2 0,1 0-1,0 0 753,-3 1 1,0 0-1,1 0 1,0 0-507,8-2 0,1 0 1,1-1-1,2 0 412,-8 1 1,1 0 0,1-1-1,0 1 1,2-1-307,-7 1 1,1 0 0,1 0 0,0 0 0,1 0 0,0 1 280,5-2 1,0 1-1,1 0 1,0-1-1,-2 1 1,-1 1-221,2-1 0,-3 0 1,-1 1-1,2 0 1,4-1 211,-11 1 1,5 1 0,1-2-1,2 1 1,-1 0 0,-2 0 0,-3 1-1,-5 0 0,10-2 0,-8 2 0,1-1 0,6-1-12,-3 1 0,6-2 0,4-1 0,1 0 0,-2 0 0,-5 1 0,-7 0-180,10-2 0,-8 1 0,2-1-793,-4 1 1,4-2 0,-2 0-1,-8 2 929,1-2 0,-10 2 0,3-2 0,-28 7 0</inkml:trace>
  <inkml:trace contextRef="#ctx0" brushRef="#br0" timeOffset="117535">10179 13958 18880,'4'-54'1549,"-1"0"1,-1 9-1,1 6-737,-1 9-593,-1 18-68,-1 9-140,-1 15 79,-2 17 50,-2 31-40,0 0-546,1-10 0,-2 3 519,1-6 0,-2 3-60,0 2 0,-1 5 1,1-2-91,1-6 0,0 0 1,0-1-113,0-1 1,0 0-1,2 0-3088,3 3 0,2 1 0,0-8 1943,3 18 0,0-19 0,0-8 0,-1-22 0</inkml:trace>
  <inkml:trace contextRef="#ctx0" brushRef="#br0" timeOffset="118276">8433 14668 20393,'-1'-43'563,"-1"0"0,1 0 0,-1-14 0,1 9-306,4 19 282,0 14-617,-2 11 218,1 12-78,4 12 70,3 17-81,2 14-32,-6-13 1,-2 1 2,-1-3 1,-1 0-232,-2-1 0,0-2 231,-5 15 113,-9-3 10,3-16 180,-3 4 140,10-25-223,3-17-231,6-18 22,5-25-5,-2 15 0,1 0-14,-1 5 0,0-2 92,4-18 1,1 0-60,-4 20 1,0 0-4,4-11 1,0 2 23,11-6-75,1 17 18,6 11-5,3 9-23,7 11 6,3 12 5,6 16-11,-23-8 0,-1 3-277,1 5 1,-1 1 153,-2 4 0,-2 2-244,-3 1 1,-2 0-491,-2 1 0,-3-1-1353,-3-2 1,-2-1 2226,1 26 0,-4-28 0,-3-10 0</inkml:trace>
  <inkml:trace contextRef="#ctx0" brushRef="#br0" timeOffset="118460">8460 14671 19143,'-14'-44'601,"0"1"0,0 3 0,9 7-646,26 7 23,3 8-376,13-1 1,7 0-1872,-5 8 0,3 0-336,0 1 1,4-1-1,-2 2 2605,11 0 0,-5 2 0,-13 2 0,-5 1 0,7 0 0</inkml:trace>
  <inkml:trace contextRef="#ctx0" brushRef="#br0" timeOffset="118834">7134 14060 18072,'52'-8'403,"0"1"1,0-1-1,9-1 1,1 0-1,-2 1-334,-10 1 0,-1 1 0,6-1-954,-7 1 1,5-1-1,3 0 1,2-1-1,-1 1 1,-2 1 890,1-1 1,-3 1 0,1-1 0,2 1-1,6-1-144,-11 1 1,4 0 0,4 0 0,2-1 0,0 0 0,0 1 0,-1-1 0,-4 1 0,-3 0 117,3 0 1,-3 1-1,-3 0 1,-1 0-1,3-1 1,4 0-125,2 0 0,6 0 0,2-1 0,1 1 0,0-1 0,-4 1 1,-4 0-1,-7 1-47,2-1 1,-9 2 0,0-1-1,5 0 128,4-1 0,7 0 0,2-1 0,-1 0 0,-7 1 0,-10 0 0,0 1 1,-4 0-1,13-2 0,1 0 0</inkml:trace>
  <inkml:trace contextRef="#ctx0" brushRef="#br0" timeOffset="119735">8382 13384 16241,'-2'-8'3439,"1"2"-1960,-9-57-235,3 19-1071,2 5 1,-1 0 515,-2-3 151,3 24-672,1 4 39,2 6-246,1 6-337,1 3 259,1 5 145,6 7-11,-2 1-17,7 12-12,-6 2 29,0-1 50,-5 0-27,-2-16 228,1-5-128,-1-5 168,1-1-145,-1-4-62,-2-11-40,-1-5 18,-3-10-40,3 6 29,0-8 38,4-6-95,7-2-11,2 3 11,27-4-11,-12 22 8,8 0 1,3 3-20,11 5-3,-13 4 0,-1 2-3,7 5-16,0 8 10,-15 9-38,0 21 49,-12 3 1,-14 13 22,-11-23 1,-2-2-1,-10 11 6,-13 2 67,5-21 33,10-11 46,-7 0-18,16-13-83,6 1 5,4-7-17,3 1-66,3-1 16,3 0-12,22 2 7,8 4-6,23 1 5,-10 5-5,-8 3 0,0 1-1,0 2-47,1 3 1,-4 1-60,-10 4 40,0 10 50,-28-8-3689,-43 16 3459,8-16-246,-7 1 0,-5-1-1233,9-6 1,-1-2 1736,-15 3 0,1-1 0,-8 2 0,10-6 0</inkml:trace>
  <inkml:trace contextRef="#ctx0" brushRef="#br0" timeOffset="120120">7084 12538 16115,'52'6'841,"1"-1"0,0 0 0,0 0 1,1-1-1,-1-1-627,-5-3 1,-2-2 0,3 0-1519,8 0 1,2-2 0,2 0 1373,-8 0 0,2 0 0,1-2 0,2 1-335,-5-1 1,1 0-1,1-1 1,0 0 0,2 0 273,-5 0 0,0 1 1,2-1-1,0-1 0,1 1 1,3-1-10,-6 0 0,4 0 0,0 0 0,2 0 0,0-1 0,-2 1 0,-1 0 0,-3 0-132,13-1 1,-4 0 0,-1 0-1,1 0 1,3 0 114,-6 0 0,4 0 0,1-1 0,0 1 0,-1-1 1,-3 1-1,-4 1-325,8-2 0,-6 0 1,-1 1-1,2-1-36,-6 1 1,1 1 0,0-1 0,-1 0-1,-4 0-1006,11-1 1,-4 0 0,-3 1 1383,12-3 0,-10 2 0,-19 5 0,-7 0 0</inkml:trace>
  <inkml:trace contextRef="#ctx0" brushRef="#br0" timeOffset="120693">8945 11294 19781,'0'-44'1167,"-1"-1"0,1 5 0,-5 9-848,-12 18-257,-1 8-2141,-16 19 1,-3 9 2101,-4 4-9,9-3 1,-5 6 0,4-1 235,-1 5 0,2 1-239,-6 8 0,1 3-14,7-4 1,5 1 2,7-5 0,7 0-6,10-4 0,6-2 6,26 20 6,-3-32 0,4-4-403,6-5 1,4-5 326,6-7 0,2-6-210,6-5 0,1-4-635,-16 3 0,0-3 0,-1 1-1824,9-4 0,-1-1 2739,3-1 0,-7 2 0,-10 4 0,-3 3 0</inkml:trace>
  <inkml:trace contextRef="#ctx0" brushRef="#br0" timeOffset="125098">8631 14689 8086,'4'-2'4918,"-1"0"-1110,-3 2-2850,-18 2-196,9 0-202,-15 2-117,13 1-79,1-1 5,2-1 113,2-1-185,2 0 279,2-2 568,2 0-1105,7-1 17,7-5 0,17-4-39,11-5-34,8-3 17,-1 3-6,-2 2 1,-20 7-1,-7 3 23,-16 3 11,-2 0-56,-2 0 28,2 0 95,-1 0-73,-5 1 1,-8 2-6,-11 2-6,-3 0 17,3 0 5,7-2-21,9-3-1,6 0-196,1 0 202,5 0 16,-2 0 35,2 0 105,-4 0-162,-19 4-5,-16 6-6,3-1 0,-3 1 6,-25 8 8,15-3 0,1 0 14,1-1-17,-7 2 11,36-13-11,10-3-61,3 0 11,4-1 28,9-4-6,14-8 11,17-5-5,15-4-62,-27 13 0,0 0-383,0 1 0,0 2-4911,28-1 4978,-14 4 1,-18 2 0,-14 1 0</inkml:trace>
  <inkml:trace contextRef="#ctx0" brushRef="#br0" timeOffset="166255">18710 8817 16644,'6'-8'4111,"-1"2"-3517,-5 6 404,0 0-909,8-18-55,-8 15 5,6-15 34,-9 22 56,-1-2 123,-8 6-185,3-1 90,-15 6 50,4-3 174,-4-2 72,7-4-156,6-7 11,3-14-230,3 2 23,0-22-56,4 6-23,4-6-33,10 1-39,-2 16-34,10 3 11,-5 14 6,8 7 33,2 10 1,1 13 10,-5 27-245,-9-12 254,-15-6 0,-5 1 25,-7-6 0,-5-2-3,-7 10 1,-6 1 0,3-9 0,-3 1 1,2-3 12,-2 1 1,0-2 38,-9 5 1,4-6 196,7-12 73,2-4-40,11-12 17,5-7-224,4 1 22,1-5-139,6 8 99,1 1-234,8 2-56,15 1-409,26 4-504,-4 3 0,1 1 101,-11-1 1,0 1-1811,15 6 1,-3 3 2845,-4 5 0,-9-4 0,-17-7 0</inkml:trace>
  <inkml:trace contextRef="#ctx0" brushRef="#br0" timeOffset="166423">18947 9287 19944,'0'-6'3444,"0"1"-2783,0 5-700,17-64-292,-4 44-383,2-15 0,5 3-9117,24 26 7373,-15 4 0,5 0 1,-28 2-1</inkml:trace>
  <inkml:trace contextRef="#ctx0" brushRef="#br0" timeOffset="167573">20360 9024 20772,'6'-48'750,"1"0"1,0 0 0,-2 1-1,1 2 1,-2 10-180,-2 9-358,-3 4-319,0 14-18,-2 8-44,1 9 213,-1 13-34,-1 19-16,-1 17 13,1-14 1,-1 2-297,-1-5 0,0-1 288,0 1 0,-1-2-1603,-3 0 1,-1-5 1613,0-4 185,-10 16 382,14-37-410,-2 0 28,4-15 383,0-6-512,0-1 3403,0-11-3503,8 7-18,10-7 23,4 8-162,41-7 67,-1 5-32,-22 9 0,2-2 46,15-2 0,-1 0 53,4 0 22,-4-1 1,0 0-7,8-7 26,-25 8 0,0-1 17,-2-2 0,-2-1 53,11-10 28,-8-2 78,-18 13 85,-8 2-124,-5 7 123,-2 3-195,-1 2 180,0 2-405,-3 4 107,-4 7 17,-10 21-23,3 5 11,-3 5-218,7 9-364,7-5-600,1 11 298,5-12-3804,17 8-1406,7-26-184,22 3 6340,7-26-222,-23-9 1,1-2 221,20-9 672,-19 1 0,-1-2 3027,-3-4 1,-1-1-1905,-1 1 0,-1-3-529,-1-2 0,-3-1 588,-1-11-1126,-12 12 499,-10 2-953,-8 13-162,-8 1-56,-7 10 432,-3 10-477,3 2-16,-5 21 5,14-5-6,0 17-16,17-8 11,10-3 16,4-11 12,21-1 11,-8-15 11,7 2 12,1-14 156,-3-12 113,-3-6 27,-5-10-34,-19 3-111,-11-4-84,-8 2 22,-6 0-45,-4 5-56,3 9-17,-6 2-111,10 11-113,-5 0-184,8 12-303,5 8 117,1 3-2884,13 24-2279,8-7-4096,9 14 9803,-3-19 0,-8-12 1,-10-14-1</inkml:trace>
  <inkml:trace contextRef="#ctx0" brushRef="#br0" timeOffset="168306">21798 9126 25522,'-49'-19'191,"1"17"-152,36 21 0,0 11-22,9-4-6,11-1 28,8-2-5,13-4 22,8-5-6,6-8 23,0-7 50,0-9 12,-4-9 5,-4-9 11,-7-4 17,-8-3 17,-7 0-17,-5 0-34,-3 3-100,-3 9 44,3-1-67,0 11-50,5-2 6,7 7 5,13 5-6,1 1-17,0 3 1,2 2 28,2-1-4,4 3 1,2 0 14,2 0 22,17 0 29,-20-3-7,-9-6 6,-9 1 68,-10-3 5,-7 2 33,-2 2 219,-3 1-386,-4 3 5,2 1 6,-9 15-6,3 3-39,-4 14 11,3 3-16,5 11 22,3-17-62,6 12-39,4-22 17,5 2 16,4-7 68,8-9 45,7-8-1,8-11 29,4-9 11,-3-7 27,-4-2 24,-9 2 49,-8 4 113,-9 8-230,-7 8-45,-4 4-73,-2 4 18,-3 9-7,-1 4-173,-2 13-364,4 8-874,0 7-2168,5 7 3658,0 1 0,0-22 0,0-6 0</inkml:trace>
  <inkml:trace contextRef="#ctx0" brushRef="#br0" timeOffset="168463">23080 8902 22867,'-2'-8'2229,"0"2"-2173,2 6-946,0 0-997,-55-52 1887,41 48 0,-17-25 0,6 8 0,25 29 0</inkml:trace>
  <inkml:trace contextRef="#ctx0" brushRef="#br0" timeOffset="169515">23375 9037 24850,'7'-29'11,"6"6"-22,14 29-51,8 5 23,12 18 0,-11 2 5,-6 1 34,-25 11 11,-13-19 29,-24 22-7,-16-15-319,16-11 1,-3-1 307,-2-1 1,1-1-4,3-2 1,3 0 19,-17 7-28,20-8 23,14-5-6,10-5 39,9 2 6,13-2 532,25-1-633,-11-1 0,2-1 11,-3-1 0,3-1-513,25-3 1,2-2 492,-17 0 1,0-2 15,-3 0 1,3 0-1,-3-2-2,10-4 1,-5-1 14,-11 3 0,0-1-259,7-5 1,-2-2 249,2-5 28,8-9 34,-33 13-11,-10 7-6,-10 1-17,-6 8 974,-9 0-935,-9 8 546,-6 5-596,-2 6-22,6 6-6,7 2-6,10 0 29,8 2 5,13-2 11,9-2 28,12-4 12,21-8-18,-3-7 6,1-6 51,-8-10-12,-21 4 265,8-16-47,-19 6-60,-2-11-80,-18 6 1,-8 2-56,-9 3-56,-3 6-17,3 4-90,3 7-50,6 3-61,4 7-236,2 5-549,5 8-1058,8 8 189,6-3 1827,33 15 0,-25-25 0,18 9 0</inkml:trace>
  <inkml:trace contextRef="#ctx0" brushRef="#br0" timeOffset="170840">24612 9129 26206,'-8'-44'5,"-3"21"6,-1 61-11,-2 12-33,-2 3 22,2 1 11,1-8-6,4-11 17,5-14 73,3-11 90,4-9-40,8-10-39,10-9-39,1-2 73,19-21-34,-11 13-11,14-12-50,-11 16-28,-2 8 10,-3 8 7,-2 7-40,-1 9 11,1 10 6,-1 10-11,-1 6 6,0 2-18,1-2 18,3-7-7,6-8 12,3-9 45,5-13-39,-1-10 22,1-15 22,-2-15-448,-20 15 1,-1-2 397,0-5 0,-2-2 30,0-3 1,-1-2 25,-1 1 0,-2 0-116,-1 4 1,-1 1 294,2-21 6,-6 19-85,-7 17-133,-1 11-46,-3 8 720,-1 5-708,-5 8 369,-6 13-391,-4 18 5,9-13 0,1 2-1018,-2 18 1,3 1 975,3-15 0,1 2-121,-1 18 1,4 0-355,5-20 0,1-1 268,2 6 0,1 0-71,2-5 1,2-2-1177,10 24 718,-8-22 616,-4-13-46,-6-23 1817,-3-7-1626,-4-26 929,-3-1-672,-2 4 1,-2 0-56,-4-7 146,-12-11-7,4 25 18,-8-4 168,-2 8-348,14 10-56,3 2-156,18 7 56,15-1 27,24 0 6,-7 1 1,2 0-217,9 0 1,2 0 195,2 0 1,1-1-524,-1 0 1,-2-1 531,-3-1 0,-2 0 3,-4-2 0,-1 0 11,-4-1 0,-2-1 120,27-12 157,-23 2-100,-11 2 465,-21 4-511,-13 5 1108,-11 0-1185,-1 3 55,-32 8-129,29 1 34,-25 12 0,29 3-3425,-4 19 3385,10-10-500,3 23 512,11-29-17,9 17 51,9-19 10,12-1 52,17-11-46,0-15-5,0-4 61,-3-16 57,-15-1 3182,3-8-2964,-10-5-253,-11 16 874,-4 0-968,-6 19-57,-2 1-16,-7 12 28,2 1-11,-13 29-1,12-2 12,-3 10 5,14 0-16,12-10 5,27 9 17,9-18-505,-16-16 0,1-4 511,16-8-20,-21-7 0,-1-4-290,0-11 0,-3-5 318,1-5 0,-2-4 11,3-14 0,-4-5-6,-8-3 1,-3 0-462,-2 8 1,-3 0 469,-3 8 0,-1-1 0,-1 2 39,0-5 1,-2 2-121,-2-7 1,-2 1 141,-3 12 1,-2 3 22,-13-13 772,-3 21-906,9 16 553,0 29-542,6 23-9,1-2 1,1 6-46,-1 11 1,1 5-175,1-1 0,1 4 1,0-1-707,1-5 1,1 0 0,1-1 658,-1 1 1,1-1-1,1-3-356,2 6 1,0-4-4275,0 7 1,1-4 3276,-2-25 1,0-2-1,1 14 1,-2-9 0,0-23-1</inkml:trace>
  <inkml:trace contextRef="#ctx0" brushRef="#br0" timeOffset="171413">28272 9041 26949,'-37'-38'-192,"0"-1"1,-4 3-1,0 11-135,-20 34 164,9-1 103,15 5 1,3 4-36,10 8 41,-2 5 40,27 4-227,29 7 200,11 2-732,-10-17 1,2-1 760,16 8-229,-18-14 1,-1-1 245,10 9-5,3 8 12,-21-13 60,-20 7 2,-24-13-63,-19 4 6,-2-10-12,3-6 1,0-3 1435,-5-3-1612,-4-5 0,2-2-394,11-3 565,5-4 0,4 0 0,14 7 0,-1-7 0</inkml:trace>
  <inkml:trace contextRef="#ctx0" brushRef="#br0" timeOffset="173180">28731 9158 17115,'-5'6'4514,"2"-1"-3746,3-5 436,0 0-207,31-33-723,-23 24 202,21-26-437,-38 34-39,-12 2-5,-10 7-68,-8 8 28,7 1-128,-9 25-23,21-6-96,-5 21-324,16-4-392,16 2-325,17-1 750,-2-28 1,4-3 252,25 10-319,-3-18 0,3-6 682,4-5 149,6-10 0,1-5-183,-27 0 0,-2-3 365,14-7 0,0-3 39,-16 3 1,-2-1 380,16-22-437,-19 10 611,-11-8-449,-15 19-363,-3-4 44,-18 11-184,3 11 1046,-6 1-1052,-5 15 568,10 3-540,-8 12-28,8 2-23,4 1 6,3 0-22,6-4-6,5-7 51,5-7 50,5-6 40,9-9-23,10-8 67,5-8 313,4-9-262,-15 9 10,-4 0 191,-13 12-330,-3 4-101,-2 4 33,0 5 45,-3 11-28,1 8 29,0 10-29,10 6-28,11-1 20,5-19 0,4-3-9,14 5 3,-4-11 0,2-6-355,20-12 369,-21 0 1,0-5-296,-1-6 0,-1-3 298,-8 3 0,-2-3 31,11-22 0,-4-5-29,-11 9 1,-3-3-429,0 3 0,0-3 0,-1 1 443,0-13 0,-3 1 2,-1 3 1,-3 2-233,-2 6 1,-2 1 276,-2 8 1,-2 3 106,1-15-17,-3 16 224,-2 12-308,0 9 443,-1 6-555,0 1 1316,-3 3-1339,1 4 683,-2 3-626,0 1 5,1 1 22,0-2-27,2-2-12,1-2 18,0-3 307,1 0-308,1-8 0,-1 2 0,1-5-5,-1 5 5,1 2-100,-1 1 33,-3 6 50,-3 11 12,-9 16-6,-9 21-188,7-19 1,-1 3 184,-3 5 1,0 2-357,-1 2 0,1 0 365,3 2 0,2-3-15,3-10 1,5 1-65,4 11 0,8 0-106,20 11 47,-1-17 1,5-4 77,-4-14 1,5-5-104,20 2 1,4-5 80,-17-8 1,0-3 35,15 0 1,1-3-234,-15-6 0,-2-4 242,-4-2 0,-3-2 3,12-11 62,-2-21 318,-24 20-224,-4-7 1,-3-1 663,-7 7-607,-4-22 600,-3 27-667,2 4-90,1 7 6,4 7-85,0 3 6,0 4 51,5 7-40,3 13 34,5 11-67,-1 9-106,-4 4-270,-6 2-929,-6-1-8459,-1-1 8671,1-19 1,1-8 0,3-19 0</inkml:trace>
  <inkml:trace contextRef="#ctx0" brushRef="#br0" timeOffset="173372">30653 9081 21209,'-2'-6'3182,"1"1"-2824,1 5-980,-9-33 225,6 31-947,-5-11-986,15 50-2684,5 18 5014,-4-19 0,1-2 0,2 5 0,-2-3 0</inkml:trace>
  <inkml:trace contextRef="#ctx0" brushRef="#br0" timeOffset="174097">30826 9376 17395,'3'0'6245,"-1"0"-3075,-2 0-3248,25-40 50,-20 33 11,18-20-11,-25 60 11,-1-5-5,4 10 0,1 0-6,0-6 5,2 26 6,-1-36 23,-1-7 44,9-6-16,6-18 5,13-15-28,0-4 6,3-9-1674,-2 5 1,2-1 1684,3-2-178,6-3 0,2 5 133,-2 14 6,7-1 5,-4 16-22,-8 15-56,8 10-156,-1 23-74,-12 1 1720,-16-16 1,-1 0-1923,7 18 712,-5-11-986,15 5 633,-12-24-11,36 6 207,-16-21-16,8-3 111,-1-12 73,-12-6 57,6-10 307,0-13-342,-17 12 220,-2-7-91,-19 20-201,-2 1-106,-17 8-57,-10 8 6,-21 11 0,6 2-9,9 5 1,2 3 14,-1 12-12,-4 7-11,31 0 29,20-18-18,16 4 12,3-16 16,19-5 84,7-19-5,-12 3 61,-18-4 1,-2-4 621,-2-17-554,-5 6 111,-8-9-5,-13 19-285,0 5-130,-1 6 74,0 29 10,-2 42-571,0-2 573,-2-14 1,-1 8 0,0-3-905,-3 8 0,-1 2 854,0-2 0,-1 6 0,1-5-15,2-15 0,0-3 0,-1 2-144,0 8 1,-1 2-1,-2-3-920,-4 5 1,-4-2-192,1-12 1,-3-1 0,-2-4 939,-10 7 1,-2-8-1,9-12 1,2-6 0,-9-2-1</inkml:trace>
  <inkml:trace contextRef="#ctx0" brushRef="#br0" timeOffset="176422">20252 12958 12315,'9'-45'2159,"1"0"0,-1 0 0,5-18 0,0 3-1557,0 17 1,0 3-208,0 4 0,0 3 75,14-19-291,-7 20-151,-7 15 62,-4 20 28,-5 19-40,0 28-61,-2-12 0,-2 3-286,0-5 0,-2 3 295,-1 6 0,-3 5 0,1-3-445,-2 3 0,0-1 432,0-5 0,-1 3 1,1-4-12,-2 0 1,2-6 76,-4 16 178,3-23 298,4-17-73,2-13-359,-1-14-78,-2-17 0,0-21-29,1 17 1,0-3-1315,2-8 1,-1 0 1308,1 7 0,0-2 43,2-1 0,0-4 1,0 5 190,0 9 0,1-1-197,2-11 1,2-5 0,-1 8-5,5-9-33,1 8 1,4 3 5,12 5-70,24 1 53,0 19 0,-18 14 0,1 5-159,-1 7 0,-2 5 159,3 6 0,-1 6 977,2 6 1,-2 3-1023,-1 6 0,-4 4-42,-4 3 1,-3 3-91,-5 1 1,-5 2-155,-3-1 0,-3 0-515,-4-3 0,-3-3-333,0-5 0,-2-3-803,-3 16 1982,-2-10 0,6-33 0,-1 2 0</inkml:trace>
  <inkml:trace contextRef="#ctx0" brushRef="#br0" timeOffset="176588">20470 13031 22302,'23'-49'127,"-1"0"0,9 1 0,7 6-919,-2 22 1,5 5 0,1 1 767,-1-1 0,2 0 0,-1 1-276,18-5 0,-1 2-339,-15 5 1,-2 1 638,7 0 0,-6 3 0,-13 3 0,11-1 0</inkml:trace>
  <inkml:trace contextRef="#ctx0" brushRef="#br0" timeOffset="177540">25674 12878 17864,'3'-56'1325,"1"0"1,0 7-1,1 5-793,5-10 641,-3 25-1039,-4 16 112,-2 10-224,-2 17 45,-3 26-78,0 0 14,0-5 0,0 3 5,0-2 0,-1 1 0,1 0 1,0 0 5,-1 3 0,1-2-8,-3 9 55,3-15 18,1-17 429,1-9 81,2-8 68,2-12-634,1-13-12,0-6 11,3-3 1,0-4-4,0 6 1,0-1-410,3-16 1,2-2 408,-1 7 1,1 3-9,-2 9 0,1 2-6,1 0 1,3 2 17,21-12-40,7 8 11,3 10-16,13 16 2,-23 10 1,0 2-4,1 3 1,0 2-3,5 5 0,-2 5-167,-10 2 0,-5 4 186,-3 2 1,-5 3-15,-5 2 1,-4 0 19,-8 21 16,-16-15 1,-8-1-9,2-14 1,-4-2 27,-11 10 1,-3-4-7,6-10 1,1-5 25,-18 4 163,-1-15-68,30-10 699,-3-4-777,19-16-56,16 6-28,12-11 5,6 13 12,25 0-15,-13 15 1,1 2 28,-8-2 1,3 3-59,6 4 1,5 3 0,-3 2 6,-2 2 1,-2 3-331,18 5 1,-1 3 301,-16-2 0,-5 1-25,13 20 45,-23-9-34,-50 18 56,-1-22-579,-22 2 1,-7-2 180,16-11 1,-2-1-684,-18 5 1,0-1-3819,15-6 1,4-2 4100,-15 3 1,24-5-1,24-5 1</inkml:trace>
  <inkml:trace contextRef="#ctx0" brushRef="#br0" timeOffset="177998">29759 12727 23265,'-1'-45'562,"1"0"0,-2 5 0,-6 9-540,-24 26-11,-22 14 3,16 2 0,-2 3-806,-6 6 0,-1 4 794,-1 4 1,2 4-3,5 2 0,4 3-6,8 1 1,6 3-38,7-1 0,9 2 37,9-1 0,10-2-25,9 0 1,9-4-440,13-1 1,7-5 274,-8-10 1,2-2 0,3-3-898,4 0 1,3-3 0,0-1-875,4-3 0,0-1 0,-2-2 1731,-5-2 0,-1-1 1,-5-1-1,3 1 1,-7-2-1,6-3 0</inkml:trace>
  <inkml:trace contextRef="#ctx0" brushRef="#br0" timeOffset="178780">21406 11616 17602,'-43'-23'207,"-1"1"0,1-1 0,-6 4 1,-1 2-1,-1 8-196,-4 10 0,-2 8 1,-1 2-756,7 0 1,-1 3-1,-2 1 1,0 2 791,7 0 0,-1 2 0,-1 1 1,0 1-1,1 2-457,-4 3 0,1 1 0,-1 2 0,1 1 0,0 1 481,7-2 1,0 0 0,0 2 0,1 0 0,0 2 0,1 0-173,0 2 0,-1 2 0,2 0 0,0 2 1,1 0-1,1 2 128,0 1 0,1 1 0,1 1 0,1 1 0,1 1 0,1 0-175,2 1 0,0 1 0,2 0 0,1 1 1,2 0-1,2 1 187,1 0 0,3 0 0,0 0 0,2 1 1,2-1-1,2 1 25,0 7 0,1 0 0,3 1 0,3-1 0,3-1-29,5-3 1,2 0 0,3 0 0,1-3 0,2-2-30,0 1 0,1-4 0,4-1 0,6-1-88,9 0 0,7 0 1,5-2-1,1-2 0,-1-5 92,2-4 0,1-6 1,1-2-1,4 1-1,5 2 0,3 1 0,2-1 0,1-3 1,0-4 6,-6-5 1,1-4 0,-1-3 0,1-2 0,0-1 19,1-2 0,1-2 0,-1-3 0,1-1 0,-1-2 22,1-2 0,-1-2 1,1-1-1,-1-3 1,-1-2 17,1-1 0,-1-3 1,0-2-1,-1-1 1,0-2 16,0-2 0,0-2 0,-1-1 0,0-2 0,-1-1-57,1-3 0,-1-1 1,-1-1-1,0-2 1,-1-1-2,-8 6 0,0-2 1,-1 0-1,0-1 1,-2-1-1,1 0-39,-2-2 1,0 0 0,0-1 0,-2 0 0,0-1-1,-1-1 19,-2 1 1,-1 0 0,0-1 0,-2-1 0,0 0 0,-2 0 19,2-7 1,-1 0-1,-2-1 1,-2 0-1,-2 1-4,0-9 0,-2 0 1,-4 0-1,-6 1 114,-4 5 1,-5 0 0,-4 2-1,-5 1-148,-5 5 1,-5 1 0,-5 2 0,-4 3-15,-7 1 1,-5 4 0,-5 2-1,-2 4 31,3 5 0,-3 3 1,-2 3-1,-2 1 0,0 1-70,-7 2 0,-1 1 0,-2 3 1,-1 0-1,0 2-54,7 2 1,0 1 0,-1 1 0,0 1-1,0 1 1,1 1-217,-1 0 0,-1 2 0,1 0 0,0 1 1,1 0-1,2 0-492,-11 1 1,2 0 0,1 1-1,2 1 805,0 2 1,-1 1 0,5-1 0,8 1 0,6-2 0,5 1 0,1 0 0,1 0 0</inkml:trace>
  <inkml:trace contextRef="#ctx0" brushRef="#br0" timeOffset="179910">26562 11875 9835,'-26'-50'1076,"0"0"0,0 0 1,0 0-1,7 6 0,2 3 1,-7 5-1741,-18-2 0,-9 7 0,0 9 961,-9 12 0,-2 10-598,13 2 0,-2 3 1,-3 2 406,2 1 0,-2 1 1,-2 2-1,0 2-318,7 1 1,-1 2 0,0 1 0,-1 2 0,0 1 253,-4 4 1,0 0-1,-1 3 1,0 1 0,0 1-26,7-2 1,-1 1 0,0 1 0,1 1-1,0 2 1,0 0-250,-2 2 1,1 2 0,0 1-1,0 1 1,2 0 0,0 2 235,0 1 1,1 1 0,1 1-1,1 1 1,1 1 0,2 1-120,2 0 1,2 1-1,1 0 1,2 1-1,2 1 1,2 1 125,-1 6 0,2 2 0,4 0 0,3 0 1,5 0-5,5-3 1,3 1-1,5-1 1,3 0-1,5-2 0,5-2 1,5 0 0,3-1 0,3-3 0,1-1-10,2 0 1,2-2 0,4-2 0,6-1-23,4-5 1,7 1 0,3-2-1,3 0 1,1-4 0,-3-3 11,1-2 1,0-5 0,0-2 0,2-1 0,3 1 18,-2-1 0,2 1 0,3 0 0,1 0 1,1-2-1,-1-3 0,-2-1 31,5-3 0,-1-3 1,0-1-1,0-3 0,-1-1 1,1-1 47,-1-2 1,0-1 0,0-1 0,0-2 0,-1-2-1,0-1 45,-3-1 1,1-1 0,-1-1-1,0-2 1,-2-2 0,0-1 3,-2-1 0,-1-1 1,0-2-1,-1-1 1,-1-1-1,-1-1-92,0-1 1,-1-2-1,0-2 1,-1 1-1,-2-1 1,-1 1-5,9-7 0,-2 0 0,-1-1 0,1-5 29,-8 3 0,3-4 1,0-2-1,-2-2 1,-1-1-1,-3 1-57,-2-5 0,-2-1 1,-3-1-1,-1 1 0,2-1 22,1 2 1,2 0 0,-1 0 0,-3-1 0,-4-2-15,-3-1 0,-2-3 0,-3 0 0,-6 1 0,-6 6-19,-8-5 0,-9 5 0,-5 0-6,0 5 0,-4-2 1,-4 2-1,-4 2-5,-8 2 0,-5 2 0,-5 3 0,-2 2-11,5 6 1,-4 2 0,-1 2-1,-2 1 1,-1 2-15,-5 0 0,-2 1 0,-1 2 1,-1 1-1,0 1-29,-2 1 0,-1 2 0,-1 1 0,-1 2 0,1 0-93,0 2 1,0 1 0,0 2 0,0 0 0,0 3-79,3 0 1,0 2 0,1 2 0,0 1 0,2 1-392,4 2 0,0 0 0,1 2 0,1 2 0,2 2 627,-10 6 0,1 4 0,3 0 0,6-1 0,-12 3 0,8 0 0,12 4 0,1 0 0</inkml:trace>
  <inkml:trace contextRef="#ctx0" brushRef="#br0" timeOffset="180610">30508 11993 14219,'3'-45'1146,"0"0"1,0-1 0,0-13 0,-6 3-587,-15 9 1,-5 6-2675,-11-4 2147,4 21 1,-5 7 25,-4 12 0,-3 8 64,-12 5 0,-7 6 20,7 3 0,-6 4 0,-2 3 0,5-2-830,11-3 0,3-1 0,0 1 0,-4 4 739,0 2 0,-3 2 0,-2 3 1,0 1-1,1 0 0,4 0-217,-1 2 0,3 1 0,2 0 1,-1 1-1,-2 3 188,0 0 0,-1 2 1,-1 1-1,0 2 0,1 0 1,1 1-8,1 1 1,1 0 0,1 0 0,0 2 0,3 2 0,1 1 7,5-5 1,1 2 0,1 1 0,2 1 0,1 1 0,4 0 0,3-1-150,2 3 1,3 1-1,3 1 1,3-1-1,4 0 1,6 0 162,4 2 0,6 1 0,5-1 1,2 0-1,3-3 0,1-4-155,7 7 1,2-5-1,6-3 1,7-4 136,-1-11 1,6-2-1,4-2 1,2-3-1,0-3 1,-2-2 29,-1-3 0,0-5 1,-1-2-1,2-1 1,2 1 31,-1-1 0,2 1 0,1-2 0,1 0 0,1-3 1,1-2 74,-4-4 1,3-1-1,0-2 1,1-2 0,-1-1-1,-1-1 1,-2-2-54,1 0 1,0-3-1,-2-1 1,0 0-1,-1-2 1,-1-1-59,9-3 0,-1-1 0,-1-1 0,-1-3 0,-3-3 35,-3-2 0,-2-3 1,-1-3-1,-2-1 0,-2-2-40,1-4 1,-2-3-1,-2-1 1,0-1-1,0 0-80,-1-1 1,1 0-1,-2-1 1,0 0-1,-2 0 43,-1 2 1,-1 0-1,-1-1 1,-3 0 0,-3-1 15,-6 1 0,-2-3 0,-3 0 0,-3 2 0,-2 7 459,2-16 0,-7 3-484,-6 9 1,-3-5 0,-3 2 0,-4 8-13,-6 3 1,-10 5 57,-9 2 0,-10-3 1,-5 3-1,1 3-139,3 8 0,-1 3 0,-2 2 0,-3-1-94,3 1 0,-3 0 0,-3-1 0,-1 1 1,0 2-1,1 1-196,-1 2 1,0 2 0,-1 2-1,1 0 1,0 1 0,2 0-379,-3-1 1,1 2 0,1 0 0,1 1 0,-2 0 765,-4 1 0,-2 0 0,1 1 0,4 1 0,8-1 0,-8 1 0,6 1 0,0 0 0,0-1 0</inkml:trace>
  <inkml:trace contextRef="#ctx0" brushRef="#br0" timeOffset="191777">21812 12638 10349,'-3'-5'571,"12"-30"0,8-6-173,5 10-157,-2-11 0,9-4 778,6 18 0,7 4 1,1 0-1742,-7 2 1,1 1 0,2-1 1029,7-4 0,4-2 0,1-1 0,-1 2-108,-5 5 0,-2 0 1,1 1-1,0-1-83,5 0 1,0 0 0,1 0 0,-2 1-59,5-2 1,-2 1 0,6 0 49,-6 4 1,5-1 0,2 1 0,-2 1 0,-5 3-491,-1 0 0,-4 2 0,7 0 451,-2 3 0,9-1 0,4-1 0,-1 2 0,-3 1 0,-8 1-40,2 2 0,-7 1 0,7 2 4,-3 2 1,8 0-1,3 2 1,0 0-1,-4 1 1,-8-1-11,0 1 0,-7 1 1,6 2 14,5 1 0,8 3 0,2 1 1,-3 0-1,-9-1-11,6 2 0,-2 1 2,-9-2 1,5 2 0,0 0 0,-3-1-53,-1 1 1,-3 0 0,-2-1 49,13 3 0,-1 0-123,-5-2 1,2 1 0,-6-1 147,-12-3 1,-2-1-29,6 2 0,-1 1 1031,18 11-1017,-32-12 1806,8 7-1666,-22-10 1866,-2-1-1883,-4-4-504,-3-2 342,-4-4 0,3 2 0,-2-2 0</inkml:trace>
  <inkml:trace contextRef="#ctx0" brushRef="#br0" timeOffset="193741">27002 12197 9694,'-7'-33'4046,"-1"0"1,8 1-3851,-4-9 0,6-1 493,28-8-1593,-6 21 0,3 0 1035,-1 0 1,5-1 71,11 0 1,7-2-1,1 4-106,-6 5 0,0 4 1,4-2-599,3 0 1,4-2-1,2 1 1,0 2 547,-4 3 1,1 2-1,0 1 1,0 1-11,3 1 1,1 1 0,0 1 0,0 1-5,0 1 1,1 1 0,-1 2 0,1 0-15,-2 2 1,1 2-1,-1 0 1,0 2-6,-3 1 0,0 1 0,0 2 0,-1 0 1,-3 2 1,0 0-1,0 2 1,-2 1-124,13 4 1,-1 2 0,-2 2 116,-4 2 0,-2 1 1,-2 2-3,-3-1 0,-3 1 1,0 2 7,1 5 0,-1 1 0,-3 0-1,-1-1 0,-2 1 16,8 10 1,-5-2 104,-6 4-40,-4-5 477,-15-9-354,-12-21 244,-2-1-10293,-5-7 8886,1 0 0,-1 0 1,1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4:01:16.5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1231 2540 14281,'0'-5'5730,"0"1"-5457,0 4-569,-11-22 341,9 37 204,-7-18-95,12 42-15,-1-6 1,0 2 121,1 26-280,-3-19 1,-1 1 267,-6 15 70,-6-17 580,1-14 398,2-14 17,6-11-590,1-14-595,2-15 89,-1-19-86,1 1-59,2 11 0,2-3 12,4-4 1,1-1-171,2 0 1,1 0 94,4-4 1,2 2 37,3 11 0,0 5 609,8-6-89,14 6 152,-12 23-295,1 2-117,21 19-502,-16 6-12,-11-2 0,-1 1-415,2 12 231,-14-4 0,-5 3-220,-2 12-41,-7 18 387,-6-21 954,-4-13-303,5-12 375,3-10 169,3-10-644,1-2-104,3-24-44,0 10-37,7-22-88,5 11 21,2 4-2,6 3 44,1 15 437,5 5-244,-4 4-169,11 8-204,2 13-204,3 5-217,5 9-114,-9-4-175,2-3 138,3-4 197,2-9 226,1-7 271,-11-7 311,16-19 299,-16-6 224,14-16-227,-15 0-128,-8 0-133,-9 6-366,-8 11-391,-5 11-212,-6 9-299,-6 12-76,-7 10 253,-6 12 71,6 6 92,6-7 278,21 9 255,8-16-3,19 6 172,-6-16 50,24-5-30,-19-10-123,15-6 48,-14-17 19,-13-4-4,-6-2 31,-12-8-179,-9 2-148,-6-11 93,-6 0 225,-7 6-103,4 13-10,-13 4 38,3 17 109,-15 8-3316,-11 26 3578,18-2-252,11-2 0,3 2-50,5 13-298,4 10-481,22-2-784,21-9-686,23-13 628,-20-16 0,3-4-596,4-5 1,2-4 958,3-3 0,0-3 711,1-5 1,0-3 462,-2-1 0,-2-2 458,-4-1 1,-3 0 944,-7 1 0,-3 0 2163,8-17 2359,-16 8-4123,-11 8-868,-8 9-415,-3 5 199,-4 7-902,-4 6-78,-3 11 243,-4 10-24,-1 13 28,2 7 9,7-6 101,4 21 76,5-30-156,1 27-248,2-35-56,2 3 292,2-18 6,6-11 232,1-4 289,26-32-52,-1-1-497,-9 10 1,1-2 236,-4 6 1,0 0-30,-2 2 1,0 2 120,17-16 155,-5 13-441,-8 11-297,-4 12-17,-3 14-84,-2 13-173,-1 16-601,-2 14-972,-7-20 1,0 0 1986,8 27 0,-4-21 0,-5-18 1</inkml:trace>
  <inkml:trace contextRef="#ctx0" brushRef="#br0" timeOffset="1343">3865 2620 12511,'8'-44'1744,"1"0"0,-1 0 0,5-16 0,-7 11-623,-15 25-975,-1 8 1,-13 0 0,-9 17 138,-3 14 1,-2 7-28,0 2 0,0 5-400,5-1 0,-1 3 0,2 2 270,-7 14 0,4 0-34,8-10 0,3 1 44,2 11 0,6-2 158,8 2 152,18 12-470,6-41 111,24-19 17,-15-13 273,6-13 1,1-6-158,-8 3 1,0-3 15,12-14 0,-1-2-186,-9 6 0,-3 1 202,-4 3 0,-2 1 1121,4-15-756,-7 6-420,-10 26-371,0 2-56,-4 22-74,0 21 94,0 9 123,1 0 1,0 6-575,1 18 1,1 5 607,-2-18 1,0 2 0,0 1-560,0 13 0,0 2 0,0 0 540,-1-6 0,0-1 0,-1 1-27,0 2 1,-1 1-1,-1-3 84,1-10 0,-1-2 0,-1-1-38,0 18 1,-5-2 16,-5-3 1,-7-6-144,-6-12 1,-4-4 266,-3 6 0,-4-9-7,-3-21 0,-1-11-192,8-15 0,4-6 368,5 0 0,3-6-519,6-13 0,3-8 1,3 0 68,4-11 0,5-2-147,1 2 1,2-5 0,3 3-102,5 9 1,3 1 0,1 3 9,4-8 0,5 2-672,0 10 0,5 0 0,0 4-1930,2 1 1,2 2 1154,-2 3 1,1-1-1,0 2 1971,2 0 0,-4 5 1,10-9-1,-19 18 1</inkml:trace>
  <inkml:trace contextRef="#ctx0" brushRef="#br0" timeOffset="1925">4335 2352 13407,'-4'4'4173,"1"0"4025,3-4-7421,6-25-251,-4 18-312,4-19-128,-6 24 178,0 0-72,-1-1-662,0 1-149,0-2 123,-1 3 24,1 0-263,-2 1 1810,-1 9-251,-3 1-223,-8 20 153,-9 21 6,1 7-834,11-22 0,3 0 620,0 10 140,14 3-2084,19-12 31,8-6 482,19-9 518,-2-20 480,2-13 401,-2-10 374,-7-11 224,-10-8-28,-13-6 168,-13-5-947,-11 18 0,-3 2-502,-4-12-352,-15-12-473,9 28-359,-8-2-22,2 9 402,-1 11 630,-1 12 1813,-3 15-526,-3 18-1179,-1 17-153,8-5 592,14-6 1,2-1 0,3-14-1,2 21 1</inkml:trace>
  <inkml:trace contextRef="#ctx0" brushRef="#br0" timeOffset="2152">4962 2234 32583,'-22'17'97,"12"9"-1411,15 11 1,7 5-712,0-2 0,1 0-1031,0 1 0,1 1 2200,-3-6 1,-1-2 0,3 10 0,-7-21 0</inkml:trace>
  <inkml:trace contextRef="#ctx0" brushRef="#br0" timeOffset="3393">5062 2252 15780,'-6'-4'5709,"1"0"-5720,5 4 4601,0 0-3556,-51-54-1562,37 38 286,-15-14 0,6 4-250,22 23-435,1 2 432,1 1 1943,3-1-1446,2 1 74,1 0 862,-2 0 3,-2 0 695,-2 0-1680,0 0 2221,-1-3-3083,3-1 1411,0-3-304,4-1 828,4-1-441,9-2-588,9-2 0,11-1 0,12 5 0,6 3 0,-25 9 0,-1 2 0,2 4 0,-1 2 0,2 6 0,0 2 0,-2 5 0,-1 1 0,-2 4 0,-3 0-1555,9 19 228,-24-12 0,-11 2 736,-16-8 1,-5-2 431,6 2 1,-5-1 330,-34 5 1,-5-8 377,29-14 0,-3-2-208,-15 3 0,-8 0 0,4-2 62,5-4 0,0-2-1261,1-1 1,-3-1 0,6-2 1164,6-3 0,5-2 0,-16-3 0,37 1 0</inkml:trace>
  <inkml:trace contextRef="#ctx0" brushRef="#br0" timeOffset="4134">5798 2049 30498,'8'49'-1085,"0"1"0,3 8 0,1-6-218,2-8 506,2 10 407,-7-14 388,-5-9 182,-3-3 211,-4-5-534,-2-15 1079,0-5 539,-4-4-711,-8-15-606,2 3 1,-18-32-296,13 6-31,7 8 1,1-1-286,-1-14-291,7 2-248,10-8 822,12 1 550,6-7 13,15 11 386,4 20 240,-12 15 0,2 3 1042,27 0-1423,-21 8 0,0 3-638,13 5 0,-16 3 0,-2 2 0,6 6 0,-2 2 0,-2 4 0,-1 12 0,-13-9 0,-2-1-621,-8 8-957,-27 12 1166,3-24 601,-10-2 1,-6-3 845,-22-7-60,1 1-753,-4-17-222,26-7 0,0-7 0,10-3 0,9-1 0,6 3 0,8 4-691,9 4 703,16 4 667,0 4-679,8 6 0,3 3 0,-5 2 0,0 1 0,18 5 0,2 3 0,-8 1 0,-3 2 0,-5 2 0,-2 1 0,-8-1 0,-5 1 0,4 11 0,-38-2 0,-8-2 0,-7-4 0,-3 0 0,-4-2 0,-23-8-82,23-8 1,0-1-456,0 0 1,-2-1 703,-13-2 0,4-1 0,11 0 0,-15-1 0</inkml:trace>
  <inkml:trace contextRef="#ctx0" brushRef="#br0" timeOffset="4727">1178 3596 18302,'-6'0'123,"2"0"-104,33-9 1,18-3 14,2 6-666,-8 1 0,11-1 1,3 0-1,-3 1 632,2 4 0,-2 1 0,5 1-489,-7-1 0,3 0 0,2 0 0,1 0 0,-1 0 493,1 1 1,0-1-1,0 0 1,2 0 0,0 0-185,-4 0 1,1 0 0,2 1 0,-1-1-1,-1 0 1,-1 0 182,2 0 0,-2 0 1,-1 0-1,3 1 1,4-2-141,-6 1 1,5 0 0,2 0 0,2 0 0,0-1 0,0 1 0,-2-1-1,-2 1 223,5-1 0,-3 0 0,-1 0 0,0-1 0,2 1 0,4 0-87,-8 0 0,3 0 1,1-1-1,2 1 1,1 0-1,1 0 1,-2-1-1,0 0 0,-3 1 61,2-1 0,-2 0 0,0 0 1,0-1-1,-1 1 0,0-1 1,1 1-1,-1-1-42,2 1 1,-1-1 0,1 1-1,0-1 1,-1 0 0,1 0 0,0 1-1,-1-1-11,0 0 1,0 0 0,0 0 0,0 0 0,0 0-1,0-1 1,-1 1 0,1 0-77,-1 0 0,0 0 1,1 0-1,-1 0 1,0 0-1,-1-1 1,-1 1-1,-2 1-222,7-2 1,-4 1 0,0 0-1,-1 0 1,1 0 0,3 0 290,0 0 0,4 0 0,2 0 0,-1-1 0,-2 1 0,-7 1 0,-7-1 0,4 1 0,-9 0 0,3-1 0,4 1 0,-1 0 0,0 0 0,0-1 0</inkml:trace>
  <inkml:trace contextRef="#ctx0" brushRef="#br0" timeOffset="5709">8327 2061 22716,'-39'-27'537,"0"0"1,3 2 0,12 6-693,24 12-47,3 2 1178,3 1 699,4 3-535,6 0-451,8 0 342,7 0 73,4 0 108,2-1-244,1-2-968,-2 0 0,-2 1 0,-3 0 0,-5 3 0,-7 4 0,-8 5-1579,-8 5 78,-11 5 1007,-6 1 327,-6 1 402,-8 2 246,-1-3 259,0-1 155,-11 2 495,-4 1-1390,14-8 0,-3 2 0,-10 5 0,1 0 0,13-7 0,1 0 0,-9 5 0,3-1 0,7-2 0,2 0 0,17-7 0,27-2 0,-1-4 0,35 0 0,5-6 0,-18 1 0,3-2 0,4-1 0,1-2 0,-1 0 0,0-3 0,3-4 0,-3-1 0,12-6 0,-29 4 0,-6-2 0,-11-8 0,-8-13 0,-20 6 0,-5 0 0,-5-10-686,1 13 1,-1 2-1053,-9-8 160,1 3-72,-2-5 347,12 11 692,11 7 455,7 11-5,12 3 2032,9 10-483,16 10-1032,-3 6 1,0 4-31,14 14-245,-11-2 1,-4 2-171,-8 6-206,-10 5 1,-7 4-249,-11-13 0,-4 1 458,-3 2 0,-1 3 0,-1-5 0,2-9 1,-1-4-1,-1-1 0,-1 1 0</inkml:trace>
  <inkml:trace contextRef="#ctx0" brushRef="#br0" timeOffset="7727">10474 2057 25296,'6'33'-486,"-3"0"0,-1 3 173,-1 24-46,-2-18 1,-2 1 492,-5 17 397,-4-14 118,1-16 417,1-13-568,4-15 287,3-16-740,2-16 24,8-17 75,9-13 96,-3 26 0,4-1-11,8-9 1,4 0-437,2 4 0,2 2 416,-6 5 0,0 4-74,-2 6 1,-1 5 1220,8 2 553,2 8-836,7 7-1073,-11 7 0,10 33 0,-17 3 0,-6-1 0,-2 1-89,-1 12-636,-6-16 1,-1-2-478,4 5-842,7 2 166,7-15 814,11-15 1560,-3-13 330,0-10 1,1-5 843,18-17-893,-15 7 1,-1-1-71,-10 3 0,-4-1 231,11-17-938,-17 10 0,-9 12 0,-8 8 0,0 7 0,-3 5 0,-1 9 0,-2 9-191,2 12-296,3 7 25,12 3-430,12-1 515,13-6 1019,13-8-1631,-7-13 1066,-6-9 1,-1-4 673,13-9-157,-14 2 0,-2-4 68,8-19-662,-12-7 0,-13-4 0,-17-3 0,-14 1 0,-15 5 0,-12 9 0,-11 11-3912,-6 9 4160,-2 10 672,7 8 678,16 8-452,21 10-1436,25 8-6703,11-5 6929,19 4 1,-19-22 0,1 1 0</inkml:trace>
  <inkml:trace contextRef="#ctx0" brushRef="#br0" timeOffset="10513">12309 2023 27675,'-15'-47'-682,"1"0"0,1 4 0,-2 11-1178,-15 28 4562,-3 4-610,-11 9-193,2 10-146,3 12-1201,9 9-552,10 4 0,13 0 0,19 1 0,16-2 0,-6-21 0,4-2-911,6 1 0,1-2 103,4 0 1,1-1 264,1-1 0,-2 0 209,-4-2 0,-4 0 68,11 16 105,-27-12 253,-29 7 1053,-27-8-451,10-7 0,-5 0-1847,-19 2 0,-1-1 1527,16-4 0,0 0-45,-17-1 0,3-1 259,-2-3 170,0-7-188,26-5-4044,25-9-2613,15 0 6014,16-5 0,-12 12 0,3 1 0</inkml:trace>
  <inkml:trace contextRef="#ctx0" brushRef="#br0" timeOffset="10921">12825 1976 23642,'0'-3'1256,"0"1"438,0 2 1333,-68-25-2503,34 31-2096,-10-11 0,0 5 2349,11 38-199,18-9 1,3 3-900,-3 25 526,12-23 0,5 0-293,12 18-1541,13-7 1204,-3-23 1,3-4-583,12 5 164,13-6 619,-4-14 917,4-9-14,-20 1 1,-1-5 532,-1-7 0,-2-2 996,4-12-507,-7-10-1701,-27-11 0,-11 6-71,-2 7 0,-3 0-1625,-17-12-100,-2 7-692,-8 15 1412,21 20 633,-20 1 790,18 19 2039,-7 21-235,15-1-458,3 26-1120,14-5-1151,4-16 1,1 4-4059,5 14 0,2 0 4424,-1-12 1,0-3-1,-1-1 1,0-5-1,-1-7 1</inkml:trace>
  <inkml:trace contextRef="#ctx0" brushRef="#br0" timeOffset="11165">12770 2526 24264,'-14'-59'780,"1"0"1,1 12-1,5 4-1002,14-13 1194,6 21 60,4-1 21,1 15 70,-1 11 356,10 24-2142,0 11 1013,4 9-230,3 13-608,-2-6 150,-5-10 0,2 0-147,-2-6 1,1-2-1162,5 3 1,2-3 433,-5-6 0,-2-2 220,17 6-5096,2 0 6235,-20-10 0,-9-4 0,-13-5 0</inkml:trace>
  <inkml:trace contextRef="#ctx0" brushRef="#br0" timeOffset="11439">13569 1991 32767,'-23'31'0,"4"-6"0,2 22 0,3 5 0,1-6-395,2-4 0,3-2-16,13 0-288,32 2 116,-8-12-290,27-6 734,-16-23 0,0-4 400,16-3-465,-13 0 0,7-2 1,-4 0 444,-2-2 1,-1 0-50,8-1 1,2-2 43,7-2 1,-7 1 0,-16 4-1,-6 2 1,1-1 0</inkml:trace>
  <inkml:trace contextRef="#ctx0" brushRef="#br0" timeOffset="12079">15287 2211 17065,'-1'-10'2638,"-1"-27"0,-1-6-1153,1-1-1333,-1-6 1,0 0 362,1 6 25,2 15-421,-1 14-65,4 20-349,8 19 79,9 22 114,-5-14 1,0 1-90,-2-4 1,-1 1-42,4 11 1,-3 2-700,-3 4 1,-2 2-696,-1-1 0,-1 1-53,-2 4 1,-3-1-766,-4-17 0,-2-4 84,-4 12 1915,-7-14 1,10-20-1,-1-2 1</inkml:trace>
  <inkml:trace contextRef="#ctx0" brushRef="#br0" timeOffset="12312">15193 2461 18440,'-8'-49'982,"0"0"0,0 0 0,1 4 0,0 0 0,3 3-461,5-2 0,2 3-332,1 4 0,2 1 515,14-23 291,10 15-208,0 18-164,4 17 0,5 8-243,-6 6 0,1 4 217,19 4 0,1 5-463,-3 6 0,-2 3 57,1 4 0,-2 2-989,-2 3 0,-4 0 680,-10-8 0,-4 3-417,-2 13 1,-9 2-1753,-22 11 1670,-7-16 1,-9-2-606,-15-10 0,-8-6 954,-8 1 1,-5-5-722,15-6 0,-1-3 0,-1-1 926,-4-2 1,0-1-1,4-1 1,3 0-1,4-2 1,5-2-1,-1 0 1</inkml:trace>
  <inkml:trace contextRef="#ctx0" brushRef="#br0" timeOffset="13178">16308 2420 20061,'14'-60'1385,"1"0"1,-2 14-1,-3 5-946,-13-9-171,-7 28-572,-8 2 322,-11 10 256,-8 15 212,-7 10-81,-1 14 101,12-1-59,-3 21-120,24-14 86,0 12-246,24-14-577,11-7-93,15-9 130,7-7-3151,3-14 3700,-3-9 258,-9-13 297,-6-25-464,-16 17 270,-4-12-106,-11 24-327,-2 5-314,-2 0 3071,-1 10-3377,1 5 708,0 10 368,1 7-263,0 13-69,8 6-262,8 6-108,25 6 323,-6-15-59,-3-11 0,3-4-472,12-2 18,0-2 213,12-15 328,-20-12 492,11-15 147,-16-12-374,-9-12-360,-15 22 1,-2-1-160,-3-3 0,-4-3-137,-2-13 0,-3 1 49,2 14 0,-1 1-110,-3-14 0,-1 1-456,-4-3 31,-5 0-23,-6 22 454,7 19 680,-8 21 1779,10 21-1028,1 5-627,8-5 1,6 3-358,8 7 0,5 2-796,1 4 0,4 1 574,9 9 1,5 0-195,1-9 1,2-2-288,0-1 0,0-1-1199,-2-4 0,-1-1 463,-6-6 1,-2-1-2274,7 17-1258,-16-16 4791,-14-17 1,-1-9 0,-3-7-1</inkml:trace>
  <inkml:trace contextRef="#ctx0" brushRef="#br0" timeOffset="13688">16649 2361 28553,'29'-44'12,"1"-1"0,-8 5 0,4 9 732,13 23 1,4 8-1266,-6-3 0,1 0 700,9 0 0,1 0-44,-2-1 0,-1-1-4,-4 0 1,-2-1 105,18-5 938,-1-8-62,-18-4-822,-7-2-267,-10-1-24,-24 7-905,-6 8-19,-28 2-1115,-13 11 2795,0 2-357,16 3 0,3 4 889,-8 9-262,-2 10-1026,12 3 0,14 1 0,11 0 0,9-9 0,25 6-617,-5-18 75,11-3 0,4-3 47,16-9 616,-16-1 0,0-4 735,16-14 242,-13-8-1098,-16-3 0,-13 0 0,-9 4 0,-8 6 0,-3 8 0,-5 6 0,-4 6 0,-3 10 0,-4 7 0,3 11 0,6 9 0,8 6 0,12 5 0,10 3 0,7-3-1454,3-4-4401,-1-9 5414,1-11 1,-13-11-1,-2-6 1</inkml:trace>
  <inkml:trace contextRef="#ctx0" brushRef="#br0" timeOffset="14155">17629 2068 27029,'0'-60'777,"0"0"1,-1 7 0,-1 6-6438,-2 0 5083,1 22 1395,-1 12-1476,6 26 1274,2 1-1040,11 30-919,-1-10 1252,7 16 0,3 4-79,-10-18 1,0 0-152,7 14 0,0 0 218,-9-13 1,-1-1 96,-3-4 1,-1-1-103,4 19 208,-4 3 116,-8-34 204,-4-3 448,-9-12 588,2-9-438,-23-35-647,20 14-259,-12-24 70,21 8 266,6-1-435,10-7-83,9 10-659,9 11 952,16 12 884,-9 9 166,27 10-221,-4 11-621,-20-2 0,2 3-348,0 2 0,0 3 58,-3 1 0,-2 1-187,-6 0 0,-5 3-591,-3 31-794,-21-22 3398,-24 3-2061,-8-27 0,-7-4-151,-3-2 0,-2-1 93,0 1 0,1-1-179,2-4 1,3-2-847,-5-7-1836,12-3-6818,4-3 8358,16 5 0,10 4 1,1 6-1</inkml:trace>
  <inkml:trace contextRef="#ctx0" brushRef="#br0" timeOffset="14825">18603 2073 32767,'-59'0'0,"0"0"0,9-3 0,7 6 0,-6 21 0,23-8 0,-11 17 0,27-3 0,4-1 0,31-1 0,15-15 0,21-2 0,-22-8 0,1-4 0,-3-4 0,-2-2 0,21-4 0,-22-8 0,-23 1 0,-5-4 0,-1-6 0,-8 2 0,-1 3 0,-5 6-99,4 9-1585,0 3 637,4 5 1694,-2 4-181,1 15-643,-1 7 337,2 8 73,4-2-399,16 15-77,6-7 87,0-9 0,4-2-1148,16 3 643,1-9 956,-4-19 216,-22-9 343,17-17-162,-25 4-198,5-36-566,-14 24-1773,-5-7 0,-2-2 1467,-3 6 126,-1 2 1,-2 0-332,-5-6-67,2 3 68,2 8-1872,8 12 2116,2 9 2609,10-1-757,7 8 68,17 8-341,18 11-788,-20-4 0,1 1-59,3 5 1,-1 0-154,-7-5 1,-3 3 81,2 8 0,-5 3-36,-8 10-1756,-11 18 599,-18-33 0,-6-2 142,-13 8 3358,-17 1-7970,-1-11 4511,15-11 0,-1 2 0,25-12 0</inkml:trace>
  <inkml:trace contextRef="#ctx0" brushRef="#br0" timeOffset="15197">19459 2139 32767,'24'24'-208,"1"-1"1,15 13-617,8-16 1392,-20-13 103,9-4-671,-20-15 0,-10-1 0,-3-23-287,-5 16-181,-10-29-119,-3 24-30,-13-8 33,-3 16 310,-6 7 455,-3 5 588,1 9 546,10 0-763,-1 16-552,18 2 0,2 16 0,14-8 0,11-4 0,5 0 0,22 11-804,-9-10 1,2-1-701,15 3 799,-9-12 1,-4-3-1,-12-4 1,20 4 0</inkml:trace>
  <inkml:trace contextRef="#ctx0" brushRef="#br0" timeOffset="17330">20956 2254 15546,'9'-48'655,"0"0"1,-2 4 0,1 12 762,0 24-1357,-4 9 844,6 14-822,1 9 4,5 13-44,-2-4 453,-1 12-453,-3-1 39,-3 2-46,-2-10 1349,-4-15-876,-1-16 408,0-2-575,0-9-291,-1-1 90,-3-23-62,1-1-12,-3-20 51,4 5 62,3 0 18,9 5 102,12 7 132,12 7 187,13 8 159,-6 9-418,-6 8 1,1 3 271,12 10-701,-13-2 0,-2 2 418,5 11-32,5 24-383,-23-12-347,4 17-279,-18-14-70,-7-8 278,-3-9 212,-1-11 809,2-4-450,-1-11-282,1-6 39,-2-12 100,2-7 199,6-4-20,2 7-33,16-3 200,1 16 205,15-1 514,-11 12 178,20 10-275,-12 5-290,16 11-242,-7 6-494,0 3-194,3 0-335,3-3-59,1-7 82,-2-9 452,-2-6 320,-7-12 324,-5-5 248,-4-17-357,-12 6-95,-4-13-314,-11 10-313,-1-3-133,-6 4-68,-4 6-480,-8 8 364,-7 5 837,-9 14 523,10-2 604,-4 17-285,17 7-4076,6 2 3396,6 1-317,6-9-518,20-1-129,-2-9-288,16 3-2518,-1-16 2991,-14-6 881,7-14 154,-18-6-42,1-11-22,-7-16-609,-7 16 2221,-2-9-2271,-3 27-315,1 2-307,-2 8-170,2 6 3929,-1 20-3145,1-8 214,4 24-153,2-8-186,6 9 91,4 1-38,6-1-57,3-3-832,8-6-724,5-5 914,-5-9-1699,21-6 2589,-13-18 1126,6-6-166,-18-7 357,-13-9-8,-10 2 540,2-15-1535,-5 15 296,1-6-367,-2 22-374,0 2-456,0 7 412,0 4 962,4 10-472,3 8-92,6 13-70,2 9-126,-3-6-186,3 16-48,-4-19-196,-2 1-536,0-15 834,-4-15 501,1-4 119,6-9 3,5-13-213,-2 5 266,12-24-157,-15 25 87,14-17-196,-10 20-463,12 1 164,-9 9 177,16 11 427,-20 3 6,22 21-202,-22-10-556,24 26 72,-21-24-272,8 1 0,3-2-140,2-4-40,9-2 1,4-2-314,14-5-56,-14-4 1,0-1 735,12-5 351,-18-4 0,-2-2 233,7-10-153,-16 5 1,-2-1 65,-2-9 54,-8-7-288,-12 5-208,-16-11-332,-8 10 228,-10 6 359,-9 12 484,4 9 284,-5 9 279,1 16-288,13 6-168,6 2 1104,10 3-1953,12 0-595,7-1-396,3-4-156,17-10 27,-13-12 666,20-3 438,-17-13 142,3-1 567,-5-20-95,-11 4-309,2-7 531,-8-5-517,0 15-296,-2-3-92,0 13-314,0 9-169,1 1 539,0 6 65,4 21-495,1-3-611,6 9 1,2 2-914,4 1 2144,4 2 1,-1-2-1,-6-14 1,6 9-1</inkml:trace>
  <inkml:trace contextRef="#ctx0" brushRef="#br0" timeOffset="20313">24552 2291 25015,'-19'-46'34,"-1"0"1,-9 0 0,-4 10 798,-9 25 672,-11-2-497,-5 13-70,22 8-255,-9 4-232,20 6 26,14-1 12,6-3-577,12 6-747,10-6 524,13 4 1,7-8 384,3-4 19,-10-5 954,6-9 151,-17-1-802,6-5-396,-15 4 0,-4 2 0,-4 4 0,-2 2 0,0 9-351,0 14-975,3 20 109,-2 3 675,1 3 0,-1 4-445,-2-8 0,0 1 693,0-2 0,-1 4 0,-1 0-212,-3 15 1,-3-1-85,-3 1 0,-2-1 310,-3-4 1,-4-3 370,0-9 1,-4-6 290,0-9 0,-3-9 679,-26-11-21,4-33-929,26-8 1,4-5-175,-3-20-270,16 7 1,6-3 185,9 12 0,5 0-141,7-13 1,2 1 4,-3 11 0,9 1-1314,6 11 1,12-2 0,4-1 0,-1 4 0,-8 4 633,1-1 0,1 1 255,9-2 0,11-4 0,-2 3 0,-13 8-874,4 7 2341,4-3 951,-28 7 737,-13 0-69,-20 2 763,-4 0-565,-7-1 3219,1 1-4449,5 3-1084,5 2-422,4 2-278,1 0 722,2 4-497,11 8 287,6 2-195,11 2 195,0-7 179,0-6 88,-7-6 471,8-12-803,-13-4 799,4-12-376,-12 0-526,-10-1-564,-15 1-82,0 13 173,-18-1 261,6 13 644,-8 1 449,2 8 175,5 7-456,6 10-506,7 10 0,8 10 0,11 7 0,11 4-907,16 2-327,0-14 326,3-12 0,4-2-44,-9-11 0,1-2 313,14 4 0,0-2 513,13-4 96,-20-12 0,-1-4 1344,6-9-83,11-15-401,-29-6-683,-13-9-531,-11-3 66,-4-3-4,-1 4-224,1 7-24,3 11-392,2 11 19,0 9 511,3 6 1503,0 6-181,12 15-113,-3 18-511,0-1 49,-7 17-368,-9-24 100,-7 28 25,1-21-1188,-2 10 416,5-24 643,4-8 285,2-9 160,0-5-185,0-11-275,2-10-69,0-14-2,2-9 20,1-5-16,5 0 194,4 6 73,7 9 353,7 10 259,9 10 651,7 7 275,6 11-129,0 9-968,-2 11-569,-14 0 0,2 23 0,-19-10 0,2 19 0,-14-13-1685,-3-11-157,-5-1 471,3-17 301,-3-1 358,4-9 384,2-6 626,10-11 252,2-3 124,14-12 73,-10 11-95,16-4 213,-19 16-46,14-3 0,-12 6-229,5 1 3,0 0-192,2 2-401,1 0 0,-1 0 0,-3 0 0,-5 0 0,-8 1 0,-4-1 0,-3 1 0,-2-1 0,3-1 0,-2-1 0,2 1 0,-2-1 0,2 4 0,0 0 0,7 3 0,-5-2 0,5 2 0,-5-2 0,1 1 0,-2-1 0,0 2 0,-2-1 0,1 0 0,0 2 0,3 2 0,-1-1 0,4 6-37,-3-2-292,2 2 539,-1 1-54,0-3-156,-2-4 0,-2-2 0,-1-3 0,0 0 0,-1-1-216,2 0-546,-3 1 545,2 0-237,1 0 9,5 0-424,-1-1 333,9 0 240,0-5-185,11-7 420,-8 0-435,12-19 437,-16 12 264,10-22 525,-10 5 148,1-12 174,-3-1-73,-6-5-80,-3 20-750,-3-6-149,-4 21 0,0 2 0,-2 7 0,-3 7 0,2 4 0,-12 13 0,4 6 0,-7 17 0,11-5 0,4 29 0,13-15 0,2 11 0,9-24 0,3-4 0,5 2 0,7-2 0,2-2 0,8-8 0,-13-8 0,0-2 0,5-7-663,3-13-4243,-10-17 4035,-6 2 409,-5-23 888,-13-6 542,-1 9-330,-1 12 0,0 1 746,4-6 193,6-9-306,-2 17-1271,1 7 0,-7 16 0,-2 5 0,-2 9 0,-4 8 0,-2 13-202,-5 12-945,2 7-19,2-8 48,4 9 12,2-13-217,5 10 1402,-2-18-309,3-4 203,-3-19 277,-1-1 211,0-10-524,3-15 186,1-7-3350,5-14 3368,-1 13 46,10-4 82,0 12 168,17 2 106,-3 9 829,7 13 260,-6 8 2483,-9 4-4115,7 10 0,-1 5 0,2 0 0,8 2 0,-14-15 0,26-3 0,-23-9 0,7-5 0,2-3 0,7-9 0,-13 0 0,0-2 0,13-23 0,-14 1 0,-15 10 0,-2-3-81,-2-7 1,-2-1-411,-1-2 0,-1-1-109,0-6 1,-3-2 9,-5 3 0,-3 3 150,-1 8 1,-3 2 165,-3-5 0,-2 4-13,-3 5 380,-2 8 488,0 23 938,-3 8-482,-4 4 420,-12 37-908,14 4-613,8-13 0,1 4-44,6-2 0,3 1-148,6 3 0,2-1-83,-1-10 1,4 0-328,14 19 0,6-2 332,-4-18 1,1-1-802,13 16 1,1-2 895,-13-21 0,0-2-871,9 4 1,-2-5 219,-1-4 1242,25 7 1,-42-24 0,6 0 0</inkml:trace>
  <inkml:trace contextRef="#ctx0" brushRef="#br0" timeOffset="20537">27233 2084 32767,'50'-19'0,"-1"0"0,1 1 0,-2 0 0,-1 1 0,-1 7 0,5 9 0,-1 4 0,0-2 0,-1 0 0,-2 1 0,-1 0 0,-6 0 0,-3-2 0,23 2 0,-22-2 0,-18 0 0,-23 0 0,-9 0 0</inkml:trace>
  <inkml:trace contextRef="#ctx0" brushRef="#br0" timeOffset="21298">29383 2256 10034,'0'-4'6365,"0"0"-3061,0 4-1897,-54-38-930,27 33-307,-5-14 1,0 4 94,7 28 310,11 2 278,0 17-294,15 3-417,15 12-282,21 1 420,0-9-91,-2-9 1,0-1-733,9 9 550,-17-16 1,-2 0-37,2 10 177,-21-19 205,-25 6 164,-2-15 264,-38 2-62,1-12-462,13-1 0,-1-2-187,9 0 0,2-2-78,0-4 1,4 0-229,3-6-404,26-11 1,4 22-1,8-9 1</inkml:trace>
  <inkml:trace contextRef="#ctx0" brushRef="#br0" timeOffset="21719">29743 2325 25128,'-19'28'-194,"0"-1"0,2 28-266,47-4 412,-6-25 1,2-1 66,18 15 23,-17-19 0,1-3 133,14 4-17,-2-6-199,-4-13 364,-13-14 292,-6-4 116,-4-11-358,-7-9-186,-1-6-190,-5 6-67,-1 10 323,-1 15-449,0 5-90,-2 5 852,-3 15-562,-6 14 240,-7 19-89,7-18 0,-2 1 53,-3 4 1,-1 1 37,-4 1 1,-1 0-536,-2 2 1,0 0 266,0-1 1,0 1-861,4 0 0,2-1-102,-6 19-2037,15 2 2952,42-23 1,-21-10 0,23-10 0</inkml:trace>
  <inkml:trace contextRef="#ctx0" brushRef="#br0" timeOffset="22039">30575 2595 14897,'-15'-45'420,"1"0"0,2 5 0,0 8 2052,-1 22-2395,5 6 1499,-3 8-1412,5 12 525,1 12-840,1 11-227,3 9 366,5 10-4,-1-26 0,2-1 1386,4 2 1,1-1-1442,3 0 0,1-1-149,10 15 264,-6-17 1,-2 0 45,-2 3-44,0 9-63,-24-22-156,-12-9-351,-16-13-838,-8-11 816,7-3-3467,13-3 1,2-2 4022,1-7 1,-2-2 0,19 17 0</inkml:trace>
  <inkml:trace contextRef="#ctx0" brushRef="#br0" timeOffset="22208">30586 2479 18773,'-50'28'666,"-1"-1"1,3 1 0,8 3-339,20-4 1,5 3-1499,1 2 1,2 0 201,-5 25 0,9-22 0,6-17 0</inkml:trace>
  <inkml:trace contextRef="#ctx0" brushRef="#br0" timeOffset="22464">31074 2366 30488,'8'-38'1094,"0"-1"0,4-19-1003,-16 70-91,-1 20 0,-3 5 0,3 10 0,1 5-316,2-10 0,0 2 385,2-2 0,0 3 1,1-2 140,2 12 0,1-1-241,3-3 1,2-2-356,-1-5 0,1-1-429,0-5 1,1-2-5088,7 23 5872,-5-18 1,-5-18 0,-4-14 0</inkml:trace>
  <inkml:trace contextRef="#ctx0" brushRef="#br0" timeOffset="22646">31078 2720 20649,'43'-22'58,"1"0"0,0 5 0,1 9-2384,5 26 0,0 8-2590,-6-8 1,-2-2 4459,2 1 0,-5-3 0,-1-3 1,-20-7-1</inkml:trace>
  <inkml:trace contextRef="#ctx0" brushRef="#br0" timeOffset="23563">31683 2726 11150,'-2'-9'9830,"1"1"-4202,1 8-4626,0 0-1940,-50-51 1219,37 44-96,-16-18 0,7 8 114,28 35 7,0-2-936,41 18 278,-19-19 881,5-1 1,2-2 641,8-7-467,8-5-59,-11-11-246,-14-9 432,-13-1-531,-16-20-977,-13 12 380,-16-11-158,-10 14 111,-6 9 117,0 8 783,4 11 133,6 11 75,7 11-61,11 12-703,14 21-472,9-17-336,18 20 18,8-25-392,13 9 417,-17-25 0,3-2-283,10 1 1,2-2 733,16 3-43,-15-11 1,-1-2 900,7-5 734,7-15-487,-23 1 78,-11-31-1158,-19 20-11,-3-21 134,-2 20 266,0 0-508,2 10-537,1 8 109,1 5-62,2 8 1010,4 8 429,3 12-164,0 8-189,-1 13-177,-8-15-122,-5 9-51,-4-22 463,-1 1-236,2-9 441,4-6-284,2-5 694,3-9-1063,2-7 142,3-10 105,6-15-205,0 5-3373,5-5 3310,-5 17 15,4 3-482,-1 10 1601,11 2 331,-6 4 99,11 9-234,-7 6-321,5 10-184,-4 22 2813,-16-4-3556,-8 5-844,-15-13-129,-17 8 74,13-17 129,-10 13 383,22-26 171,3-3 170,14-13 643,20-17 147,-3 1-236,21-16-213,-15 10-27,9-5 5,-4 3 45,1 7 250,-15 11-364,8 5 253,-13 13 228,7 7-190,-1 9-3590,3 17 3109,-11-10-2565,1 30 1896,-14-31-3787,-3 36 1152,-5-36 2806,-8 24 1,7-37 0,-3 6 0</inkml:trace>
  <inkml:trace contextRef="#ctx0" brushRef="#br0" timeOffset="23714">32994 3139 25654,'0'-3'562,"0"1"-1692,0 2 1148,16-17 1,-12 13 0,12-12 0</inkml:trace>
  <inkml:trace contextRef="#ctx0" brushRef="#br0" timeOffset="41788">9888 4091 12062,'3'-6'3081,"7"-39"0,0-9-2442,-6 15-681,4-23 1,-3-1 892,-12 18-117,-7-5 76,-8 16-614,-9 15-100,-16 20-57,16 7 0,-2 5-460,-6 6 1,-1 5 439,-4 6 1,2 3-12,8-6 1,0 2 10,-9 17 1,3 1-211,18-18 0,3-1 185,-6 11 1,5-2 508,14 0-430,26-17 5,25-26-67,-11-6 1,4-4-701,8-9 1,2-4 701,-13 6 0,0-2 1,0 0 12,-1-3 0,0 0 0,-2-2 21,-3-1 0,0-1 0,-4-1-13,8-17 0,-5-3 2,-5 1 0,-6 0 0,-3 1 1,-4 2 22,-3 6 0,-3 3 449,1-22-295,-9 24-64,0 18-115,-4 12 1484,-2 19-1428,-5 17-12,-6 25-318,7-17 0,1 3 261,0 7 1,0 2-9,0 3 1,3 2-491,1 1 1,2 0 426,2-2 1,4-1-46,3-5 0,5-2-151,10-1 1,3-5-16,14 9-137,9-25 1,4-8 137,4-13-328,2-7 0,3-5 546,-14-7 0,-2-3 89,12-6 1,-1-4 55,-3-2 0,-4-1 34,-6 0 1,-4-2 13,-7 4 0,-6-1 1438,4-25-1262,-18 12 857,-21 14-1113,-15 13 45,-15 15-19,-7 16 308,-2 12 1091,14 2-1308,16-2 0,3 2-3217,0 20 3266,0 0-958,20 0 750,12-22-56,11 0-295,9-9-19,7-12 54,7-14 104,4-13 186,-22 1 1,-2-1-125,9-10 3252,-3-15-2584,-26 22 1367,-2-2-1590,-8 10-256,-2 10-117,-4 10 170,-8 13 35,-3 11-31,-1 13-255,6 15 51,23 0-33,14-5 84,25-13 104,13-21-311,-22-14 1,2-4 228,5-4 0,-1-5 34,4-5 0,-2-4 41,-2-3 1,-2-4-400,-4-1 0,-3-4 437,-5-2 1,-5-3 4,-5-3 0,-4-2-52,-5-2 0,-2-1-333,-3 0 0,-3 1 274,0 5 1,-1 2 8,-2-19-31,-1 23 280,-3 20-433,-2 20 834,-5 19-772,-4 23 83,7-15 0,1 4-221,0 6 0,2 2 241,1 5 1,2 1-32,2 5 1,2 0-129,3 4 0,3 0-320,3 2 1,3 0-378,3-1 0,4-2-494,1-6 1,3-3 1351,2-7 0,0-6 0,3 3 0,-4-18 0</inkml:trace>
  <inkml:trace contextRef="#ctx0" brushRef="#br0" timeOffset="42289">11104 3885 17557,'-7'-6'4514,"2"0"-3774,5 6-527,0 0-179,-36-40-6,62 34-28,0-30-3,8 34 0,10 8-570,15-4 0,2-2 531,-12-2 0,1-2 6,8-1 0,1-3 30,-1-4 0,-5-4 20,-14 3 0,-3-1 36,-2-3 1,-5 0 22,-5-5 73,-14-3-23,-20 6 0,-13-3 28,-19 7 6,9 12 0,0 4-62,-15 5-25,12 4 0,2 5 8,-4 14-44,-4 14-12,17 4 12,20 10-28,11-20 16,25 7 6,9-26 17,16-3 1123,5-13-1050,-3-15 33,-28-2 0,-3-3-28,7-9 208,-4-18 78,-23 16 173,-4-8-262,-5 13-136,-2 6-139,1 12-22,1 5-23,-1 8 16,-6 21-139,2 26-84,-1-2-28,6-20 0,2 0-1057,2 0 1,3 1 612,2 6 1,1 1 0,3 14 0,2-4-1</inkml:trace>
  <inkml:trace contextRef="#ctx0" brushRef="#br0" timeOffset="42689">13573 3969 18470,'18'-53'1701,"-1"0"0,-2 6 0,-7 11-1432,-15 24-208,-6 11-16,-4 19-34,8-1-111,-2 37-522,12-7-590,1 9-1446,2-23 0,1-2 2170,1 12 1,0-7-1,-3-16 1</inkml:trace>
  <inkml:trace contextRef="#ctx0" brushRef="#br0" timeOffset="42880">13770 3608 19815,'-44'-38'181,"0"0"0,5 0 0,10 17-287,21 29-29,10 2-444,14 24-2236,3-8 0,3 1 2815,17 23 0,-1-5 0,-22-28 0</inkml:trace>
  <inkml:trace contextRef="#ctx0" brushRef="#br0" timeOffset="43254">14179 3735 22789,'-44'-13'84,"0"0"0,4 2 0,12 9-62,32 30-16,16 4-12,18 5-38,11 0-29,0 1-50,-6-1-17,-17 0-34,-17-2-264,-26 1 69,-6-10-662,-10-8 1,-5-5-415,-21-1 1187,16-5 0,0-5 348,-17-17 78,16-17 274,18-19 380,15-10 623,6 2-128,5 11-421,0 17-605,0 16-342,-1 11 40,-1 14-73,0 14-896,1 17 980,5-9 0,0-1 0,-2 5 0,6 1 0</inkml:trace>
  <inkml:trace contextRef="#ctx0" brushRef="#br0" timeOffset="43725">15690 3649 17955,'-3'-45'1327,"1"1"1,0-1 0,-2-13-1,0 5-848,0 16 0,0 6 70,-3-10-240,3 21-304,1 18 62,3 11-56,1 26 0,2 8 0,1 7-28,0-2 0,2 11 1,-1-5-1568,0 0 1,0-1 1497,-1-10 0,0 1 0,0 0-278,0 0 0,-2 0 0,2-2-1093,0 9 1,0-2 733,0-1 1,2 0 611,6 8 1,1-7 0,-3-16 0,8 14-1</inkml:trace>
  <inkml:trace contextRef="#ctx0" brushRef="#br0" timeOffset="44771">15752 3510 9100,'2'-9'6794,"0"2"-6060,-2 7 923,0 0-295,-10-64-937,7 47-58,-3-19 0,1 5 182,3 29-197,0 0-88,1 1-192,-2 1-55,0 1 62,-8 3-11,-6 4-1,-6 4-6,2-2 1,8-3 5,6-4 96,7-3-135,0 0-813,9 5-934,2 2-2577,10 6 4296,1 2 0,-9-6 0,-2-1 0</inkml:trace>
  <inkml:trace contextRef="#ctx0" brushRef="#br0" timeOffset="45188">15562 3778 10164,'-6'0'6083,"2"0"-578,4 0-5202,-22-13-157,33 4 117,38-23-218,9 16-353,-1 1 1,4 1 240,-16 6 0,-1 1-275,-2 0 0,1 1-1002,-1 0 0,-3 3 1344,6 7 0,-21-3 0,-11 4 0</inkml:trace>
  <inkml:trace contextRef="#ctx0" brushRef="#br0" timeOffset="45595">15262 3864 12735,'0'-4'6251,"0"0"-2801,0 4-3220,-5-56-225,3 41-49,-3-41 94,10 62 12,7 5-6,10 12-17,11 6-34,-4-2 12,9 10-6,-2 5-11,-15-16 0,-2-1 6,13 17-23,-9-1-84,-15-18-39,-1 0-499,-9 3-2379,-18-4-2382,-12-6-2419,-20-3 6971,14-12 0,9-1 0,21 0 0</inkml:trace>
  <inkml:trace contextRef="#ctx0" brushRef="#br0" timeOffset="45779">15204 3812 21013,'13'20'1104,"-5"10"-1054,-19 31-78,6-28 0,0 2-697,2 2 0,0 0-468,-1 23 1193,7-13 0,0-4 0,-1-12 0,5 20 0</inkml:trace>
  <inkml:trace contextRef="#ctx0" brushRef="#br0" timeOffset="46188">16060 3770 23635,'-44'25'54,"0"1"0,5-1 0,8 2-37,14 31 16,16-7-5,14-7 6,14-13 28,12-12 10,10-11 18,6-14-40,-10-4 20,-13-6 0,-1-4 126,4-15-98,-13 9 0,-2-1-14,-5-12 107,-15-17-40,-18 12-117,2 2 22,-16 9-17,11 22-78,-1 1-17,5 6-68,8 11-312,6 8-729,8 11-1614,6 10-116,3-5 2895,15 10 0,-19-27 0,8 6 0</inkml:trace>
  <inkml:trace contextRef="#ctx0" brushRef="#br0" timeOffset="46511">16467 3798 16544,'0'-7'5579,"0"2"-4703,-9-25 0,-4-3-254,5 15-549,-4-17 0,1 6-85,9 26 18,5 12 5,10 12 6,13 17-17,1-1-23,-1 0 1,-1 3-293,-10-9 0,-1 1 247,6 14 1,-3 1 19,-8-10 1,-4-2-149,-6 24 202,-6-22 66,-27-14 18,4-21-45,-7-5 78,7-35-50,23-4-48,7 9 0,6-3-1407,14-2 1,5 1 1369,-7 11 1,3 1-40,14-6 1,3 5-207,17 4-213,-20 11 0,2 2-561,-1 4 0,-1 1-755,19 3 1786,-19 6 0,-3 2 0,-10-3 0,12 8 0</inkml:trace>
  <inkml:trace contextRef="#ctx0" brushRef="#br0" timeOffset="47211">16993 3887 23579,'33'0'145,"7"-2"-100,8-6 39,-3-7 28,-13-5-6,-14-6-27,-12 0-1,-13-2-50,-2 8 51,-21-3 16,7 12 11,-9 0 12,6 10-17,0 8-45,1 8-45,2 9-6,7-2 1,7 24-28,14-8-62,10 23-723,19-7 569,-11-27 0,5-1-182,5-1 0,4-3-104,7-3 1,4-3 18,6-4 1,2-4-416,5-4 1,1-5 838,1-3 0,-1-5 145,-4-2 1,-3-4-1174,-1-7 1,-5-3 1236,-17 8 1,-4-1 162,0-9 1,-6-1 28,-11 1 632,-8-27-465,-21 24-123,-20-9-960,0 28 1,-3 6 696,-20 2-37,14 6 1,0 3 536,-4 12-601,-2 10 17,21 13-11,18-10 2249,16 14-2272,18-17 17,20 5-9,-11-21 1,3-3-29,5-1 1,2-5 22,11-8 0,-1-5 22,-15 4 1,-1-4 5,10-10 0,-4-5 59,-2-18 1524,-16 14 1,-4-4-1564,-4-4 0,-3-2-332,-2-4 1,-3 0 406,-1-1 0,-1 0 70,-1 5 1,0 2 257,0-19-84,-4 23-174,0 17-140,-5 16-22,-9 28 11,4-2-25,0 5 0,1 4-17,3-4 0,2 4-468,1 11 0,1 7 0,0-4-1425,0 0 1,2 0 363,1-3 1,2 2 0,1-4 1542,1-4 0,2-7 0,1 5 0,0-1 0</inkml:trace>
  <inkml:trace contextRef="#ctx0" brushRef="#br0" timeOffset="47655">19465 3856 23629,'-39'9'-358,"11"25"-18,23 11-649,9-9 0,3-1-6099,13 13 6344,5 1 1,-8-19 0,-7-16 0</inkml:trace>
  <inkml:trace contextRef="#ctx0" brushRef="#br0" timeOffset="47828">19543 3658 19692,'30'-5'-2458,"-8"-4"0,-13 31 1,-7-16-1</inkml:trace>
  <inkml:trace contextRef="#ctx0" brushRef="#br0" timeOffset="48154">19845 3838 21859,'-1'62'192,"0"0"1,-4-17-1,4-6 732,18 0-123,-12-40-420,8-26-252,-2 1 11,10-18 173,8-4-148,-11 22 1,3 0 33,13-11 0,4 1-992,-5 9 0,0 3 812,-1 1 1,0 5 25,21 1 358,-15 17-465,16 24-347,-16 17-4507,-17 5 1,-4 3-1,-9-17 1,-2-1 4859,-1 11 0,-2-6 1,-3-16-1,0-9 1</inkml:trace>
  <inkml:trace contextRef="#ctx0" brushRef="#br0" timeOffset="50706">21821 3597 15317,'-1'-44'1725,"1"-1"0,-1 0 0,0-13 1,1 11-1513,6 22-163,1 27 48,3 28 0,-1 16-81,2 10 0,1 3-463,-4-18 1,1 0-1,-2 3 382,2 18 1,-1 3 0,-2-4-181,-3-3 0,0-2-197,-1-2 1,0 4-1,0-6-164,-2-1 1,1-4-1570,0 5 1,0-3 2173,2-14 0,1-2 0,0 15 0,1-14 0</inkml:trace>
  <inkml:trace contextRef="#ctx0" brushRef="#br0" timeOffset="52663">21707 3972 19507,'51'-19'-320,"1"0"1,-1 1 0,0 0-1,-1 3 1,-3 5-384,1 10 0,-1 5 381,6-3 0,-2 1 11,-16-2 0,-1-1 92,2 1 1,-2-1 715,13-3 164,-24-4-276,-16 0 214,-15-4 330,-9 2 164,-4-2 563,1 0-788,7 4-493,5 2-364,5 3-139,3 2 212,16 12-40,2-5 1,22 7-3398,1-10 3393,-5-4 27,7-7-28,-20 0 141,14-15 89,-22 1-191,2 0 40,-20-1 3324,-10 12-3414,-15 1 39,-25 9-39,13 5-5,-19 12-6,30 5-12,0 9 6,18 14 1,18-3 27,16 7-34,4-17 1,17 4 11,-4-13 16,16 4 1,1-9 13,-23-11 1,-1-4 64,19-5-39,-8-5 33,-20-4 214,-9-11-208,-9-1-56,-2-15 22,-12-10-44,2 14 52,2 1 1,4 1-42,5 7 39,14-21-11,9 29-40,1 2 12,13 6-39,-5 10-6,18 20 0,-11 8-6,-7 8-3,-23-8 1,-3 1-14,-1 2-26,-3-2 1,2 2-312,11 14 96,-3-9-1137,26 6 761,-20-32-649,23 3 409,-16-21 403,9-15 448,-15 0 62,1-34 5,-16 25 171,1-5 0,1 0 53,-2 3 62,7-15 1747,0 6-1708,-9 22 124,6-12-382,-12 29-117,0 1 0,-1 11 27,0-1 29,4 28-28,3-2 0,6 21-3398,3-7 3381,-2-12 0,5 10-22,-9-23 22,2 4 95,-7-17 454,-3-6-281,-1-6-195,-1-8 3364,-2-9-3403,-1-6-1,0-5-22,1 6 62,1-9 22,1 15 17,1-6-22,0 14-56,0 5-12,0 3-16,0 1 10,8 1 1,3-2 11,7 0-17,-4 0 185,-1 0-16,-9 1-130,-1 1 634,-4 0-651,1-2 18,5-2-46,-1 0 7,5-4-7,-5 5 6,2-1-11,-4 2 6,2 1 5,3 0 6,2 0-23,0 0-10,5 3 10,-5 1-5,5 5 11,-7 0-6,-1 2 17,3 9-5,-4-3 0,4 9 16,-2-7-16,-2-1-23,0-3 17,0 0 0,-4-7-6,1-1 12,-2-5 22,-1 0-34,0 1 1,0-1 16,0 1 50,0 0-105,0-1 49,0 1 29,0 0-29,0 0 7,0 0 486,0-1-330,-2-7-140,-2-3-22,-2-15-6,1-7-12,3-8 7,11-3 22,9 1-23,15 6 12,6 7-12,-7 12-22,13 6 0,-20 16 0,9 7 28,-13 15-6,-7-3-16,0 26-28,-8-11-180,4 21-16,-4-21-1575,11 19-1153,3-24-6857,13 10 9119,-10-24 1,-6-12 0,-11-7 0</inkml:trace>
  <inkml:trace contextRef="#ctx0" brushRef="#br0" timeOffset="53130">24717 3915 12410,'0'-6'6722,"0"2"-4914,0 4-485,-16-61-383,6 39-750,0-12 1,-1 3 588,1 20-651,6 7-49,-1 1-90,4 3 11,0 6 11,1 6 11,5 11-5,6 11-11,9 9-18,7 6-246,2 4 219,-4-2 22,-9-4 1,-8-12-96,-12 8-146,-9-17-470,-12 7-538,-8-18-252,-1-8 796,10-9-763,6-22 769,13-9 408,11-26 151,1 26 0,3-1 336,3-1 0,2 0 720,1-1 0,0 2-98,4-8-67,-5 9 739,-20 22-1339,-1 5 124,-13 4-40,-5 12-89,-10 11-73,-6 12-61,0 11-176,21-17 1,0 2-339,1 4 1,2 1-4398,0 3 1,3-1 4496,-6 16 1,9-16 0,7-26 0</inkml:trace>
  <inkml:trace contextRef="#ctx0" brushRef="#br0" timeOffset="53753">26435 4241 11040,'35'-48'1349,"0"0"1,-5 4 0,-6 3 2617,-13-10-3564,-7 20 191,-7-2 846,-2 23-1328,-7 2 587,-10 11-643,-24 27-50,10-5 5,6 2 0,2 3-16,-3 14-9,16-15 0,2 0 8,-1 25 2333,23-7-2321,16-10 2,6-21 1,5-5 5,-2-4 0,2-2-3,1-3 0,0-3 20,-3-5 0,-2-5 137,14-23-107,-11 2 23,-11-22-39,-27 10 5,-11-14-493,-12 3 460,-8 7 0,-5 14-34,-2 14 6,2 13 0,4 14-29,6 11-665,14 32 128,12-15-501,15 17-2008,26-15-754,-10-19 1,3-1 3839,4 1 0,-1-1 0,15 3 0,-19-12 0</inkml:trace>
  <inkml:trace contextRef="#ctx0" brushRef="#br0" timeOffset="54080">27273 4029 13749,'0'-11'3397,"-5"-22"0,-3-4-1459,-2 0-1319,0-4 0,-2 2 137,-3 7-437,0 15-190,-7 19-73,2 21-45,-1 8 8,10 2 1,2 3-436,2 2 0,0 2 424,0 14 1,1 5-722,2-17 1,1 2 0,0-1 672,0 4 1,1 1 0,-2 0-99,0 2 0,-2 0 0,-1 1-761,-2 3 1,-3 0-1,-2 1 87,-3 1 0,-3 0 0,-3-1-148,-2-1 0,-4 0 1,-1-3 374,0-6 1,-2-2 0,-3-5 306,-1-10 0,-1-3 1,1-6 333,0-3 0,1-8 236,1-10 1,3-11 211,8-19 0,8-10 422,11-1 0,5-4 0,0 0-55,-6-10 1,7-1-602,13 1 1,9-2 0,2 8 177,0 17 1,5 3-390,6-3 1,6-2 0,0 3-209,-3 8 0,-1 2 0,3 0 48,10-4 0,2 0 0,0 2-823,-1 3 1,0 2 0,0 2 923,1 1 0,-1 3 0,-4 1 0,-5 1 0,-4 3 0,-6 2 0,-1 1 0</inkml:trace>
  <inkml:trace contextRef="#ctx0" brushRef="#br0" timeOffset="54836">28854 3896 32396,'24'-51'123,"0"1"1,-6 8 0,-2 7-660,-2 12 127,-11 16-111,-10 28-33,-3 9 122,-5 15 294,6-13 1,1 0-1090,0 1 1,-1 0 1078,1 0 0,0 1-3,-3 12 1,-1-1-51,1-7 0,0-1 99,-1 8 1,-2 2 77,-1-1 1,1-2 279,-4 14-8,2-13 357,12-32-269,3-11 126,6-13-290,0-1 190,20-38-169,-7 17-94,6-7 1,3-3 115,12-7-77,-11 15 0,2 2 299,8-5-347,-4 19 1,-1 5 724,-1 3-55,23 1-212,-19 23-727,12 22-2,-23-15 1,-1 2-114,3 5 0,-2 2-388,3 17-3235,-15-3 2619,-16-13 827,-21-7 1,-7-5-163,-12 1 607,4-8 0,-9-1 0,4-3-134,-1-6 0,1-2-389,-19-2 1,2-2-1550,20-5 0,6-2 2155,-12-11 1,25 7 0,15 8 0</inkml:trace>
  <inkml:trace contextRef="#ctx0" brushRef="#br0" timeOffset="55255">29912 4115 27136,'-16'-48'-200,"0"-1"0,2 5 0,-3 9-92,-8 21 468,4 7-407,-13 12 60,15 10 37,-3 12 22,18 10-260,17 9 352,18 6-322,-8-23 0,2 0 226,3 1 0,1-1 119,-6-7 0,-1 1-20,5 7 0,-3 0-11,-2 6 39,1 12 12,-33-19-12,-6-10-14,-15-11 0,-6-4-25,5-3 0,-2-3-45,-17-1 1,-1-4-16,7-3 0,2-4-416,4-2 0,3-2-465,-13-12-3876,20-8 4031,29 16 1,0 4-1,7 9 1</inkml:trace>
  <inkml:trace contextRef="#ctx0" brushRef="#br0" timeOffset="56046">30470 4102 23523,'-36'-30'604,"2"10"-497,12 29-1,-7 8-39,-6 10-27,1 8-29,6 4-11,10-7 61,11 15 29,17-15 39,14 13-28,21-11-59,-17-19 0,3-3-6,4 0 0,1-4 20,4 0 0,1-4-1326,19-7 1371,-11-4 67,-27-15-72,-15-7-46,-10-15 23,-14-8-17,-12-3-166,11 28 1,-3 1 126,-21-19 1383,-2 11-1395,-8 13-10,18 10-1,-8 13-22,21 9-73,-1 11-145,10 10 32,13 8-615,18 4-481,19 1 332,-10-24 1,3-2-448,7-2 1,2-2 690,4-4 1,2-2 469,1-3 1,1-3 297,-4-4 0,-1-5 433,-1-4 1,-3-2 137,9-10 958,-8-15 5,-26 9 236,0-15-1340,-6 16 332,1-7-197,-5 21-330,-1 2-246,-1 5 674,-2 10-685,0 5-7,-2 29-16,-1 3 11,1-9 0,-2 1 0,-4 29-431,-3-1 458,-1-8-21,4-18 50,1-12 39,5-17 185,9-10-224,10-13 23,17-17-29,-11 11 0,1 0-112,4-2 0,1 0 124,18-13 38,-11 17 1,0 4-45,10 2-50,-14 6 0,-1 2 415,11 14-432,-7 13-140,-4 20-857,-13 19-3239,-15-22 1,-5 2 4246,-5-2 0,-3-2 0,-4 13 0,-1-22 0</inkml:trace>
  <inkml:trace contextRef="#ctx0" brushRef="#br0" timeOffset="59853">3796 5459 18201,'-1'-8'3400,"0"2"-2935,1 6-50,-71-25 72,31 51-653,-10-15 1,0 8 274,21 27 1,9 9-434,0-11 0,2 4 262,4 1 0,1 6 1,4-4-839,3 1 1,5 0 408,2-4 0,2 2 0,6-4-1450,13 1 0,9-8 1941,16-7 0,2-7 0,8 3 0,4-17 0</inkml:trace>
  <inkml:trace contextRef="#ctx0" brushRef="#br0" timeOffset="60495">4455 5525 23696,'-18'-37'224,"0"0"0,-10-16-190,29 70-40,5 17 12,4 15 16,3 12-478,-6-27 1,-2 1 455,-1 1 0,-1 0-3,-3-1 0,0-1 207,-6 26-171,-2-16 152,0-18 67,4-16-112,-1-18-90,3-4 810,-2-32-754,2 0-44,1-10 13,2 13 1,1 0 20,2-17-46,-1 16 0,1 0 1,7-19-12,7 5-39,0 26 0,5 1 11,7 5 0,2 2-1231,-4 2 0,1 4 1214,30-3-48,-14 18 37,-1 12-5,9 14-1,-11 18-419,-14 14 428,-19-25 0,-5 2 11,-6 2 0,-6 1-3,-4 1 1,-3 1 13,-5-1 1,-2-2-6,-1-3 0,-2-3 8,2-5 0,0-4 45,-17 4 17,10-16 2308,9-17-2320,10-10 42,8-14-75,15-7-6,13-2 1,17 0-12,9 7 532,6 9-543,4 11-39,2 12 28,-1 12-6,-6 9 0,-11 10-11,-19 8 0,-18 7 23,-24 7-1753,-8-16 0,-5-2 1708,7-10 0,-3 0-1017,-9 1 1,-6 0 0,5-4 360,-17 4-845,3-4 1,-1-4 1550,-8-8 0,16-1 0,12-7 0</inkml:trace>
  <inkml:trace contextRef="#ctx0" brushRef="#br0" timeOffset="60703">5451 5501 17221,'0'3'3478,"0"0"-2240,0-3-498,-10 76-354,-5-18-567,6-9 0,0 1 72,-2-15 0,0-3-1354,-1 12 1463,0 12 0,5-25 0,3-7 0</inkml:trace>
  <inkml:trace contextRef="#ctx0" brushRef="#br0" timeOffset="60888">5606 5411 18134,'-3'-5'4252,"0"1"-4510,3 4-4363,-14 4 4621,16 7 0,-14-4 0,17 3 0</inkml:trace>
  <inkml:trace contextRef="#ctx0" brushRef="#br0" timeOffset="61255">5900 5523 22665,'-15'55'130,"-1"0"0,1 0 1,-4 7-1,4-4-111,9-14 1,3-4 25,4 10 880,1-11-841,3-9 517,3-27-316,8-14-38,8-18 22,8-21-96,-12 13 1,1-2-82,-4 5 1,-1 0-108,0 2 1,-2 2 81,6-8-2803,10 4 2736,-12 17-28,28-4-28,-18 29 5,6 2-139,3 19-208,-5 5-255,-8-5 1,1 2-340,-4-4 1,0 1-1352,4 4 1,0-2-1865,8 5 4207,17-2 0,-32-23 0,10 1 0</inkml:trace>
  <inkml:trace contextRef="#ctx0" brushRef="#br0" timeOffset="62546">6770 5841 20823,'12'-58'1374,"0"-1"0,0 6 0,-5 11-1049,-9 22 79,-6 9-264,-5 11-84,-10 13-12,-19 25 35,4 6-74,15-15 1,3 1-794,-3 19 794,12-12-176,14 8 176,3-24 44,25 9-28,-10-23 46,37-9-52,-30-6 7,16-8 106,-10-10 72,-10-4-139,1-1 61,-16-3 67,-10 12 247,-4-5-202,-1 10 692,0 5-905,2 10 116,2 4-144,-1 10 34,1 3-17,-1 21-16,3 14-1,7 4-5,1-18 0,3-2 11,8 4-17,23 6 11,-20-32 12,20 2 5,-21-14 17,27-17-11,-14-7-3,-10 4 0,-2-4 14,11-23-22,-8-6-1,-6 2 29,-5 4 5,-7 10 34,-4 9-17,-5 7-23,0 8 35,0 3-1,-1 3-34,1 3 29,0 1-6,-1 3-50,-2-1-12,-6 6 12,4-1-12,-4 3-16,8-2 27,1-4 18,1 1-18,2-1 1,-1 8-6,1-4-6,1 6 1,6 1 5,0-6 0,12 8 11,-6-10-11,42 2-6,-25-6 9,5 0 0,1-3-3,7-4-11,9-3 22,-9-2-6,-14 3 12,-2-7-6,-15 3 17,0-5 17,-9 3-17,-6 3 17,-2 3 5,-2 2-22,2 3-16,2 2-24,1 2-10,0 7 16,0 11 6,-1 18 0,-3 15 6,1-20 0,1 2-297,-1 2 0,1 1 145,2 0 1,1 1-23,7-2 0,2-3-17,9 16-153,9-25 1,5-7 12,18-6 218,-12-9 1,0-4 62,11-10 38,6-18-1553,-33 6 0,-2-2 1587,10-10 173,-16 5 1,-5 0 0,-9-1 136,-4-4-69,-6 7 0,-3 7-11,-2 6-85,4 7-117,4 5 3325,3 5-3381,5 11 17,3 1-6,16 34-28,4-6 3,-5-10 0,3-1-42,23 14 51,8-13 33,8-15-305,2-16 294,-30-6 0,-3-3-6,17-11 11,-20-1 1,-3-1 94,0-9 51,3-9-21,-19 20-147,-6 11 0,-8 17 288,-7 21-288,-3 9 0,-2 4 0,4-8 0,0 2-366,-2 5 1,-1 5-1,2-1 366,-2 12 0,1 1-785,2-5 0,1 4 1,1 1 186,4-9 0,1 1 0,0 1 1,2 2 597,0 9 0,2 4 0,0-1 0,1-7 0,0-7 0,0-5 0,1 0 0,1 0 0,1 0 0,0 0 0</inkml:trace>
  <inkml:trace contextRef="#ctx0" brushRef="#br0" timeOffset="64842">9778 5987 17932,'0'-5'5451,"0"1"-4835,0 4-510,-21-29-44,16 42-18,-12-10-27,25 53-17,0-25 0,0 0-208,1 2 0,1-1 169,5 18-51,-10-13 1,-5 1-213,-19 16-334,-1-14 1,-6-2 91,-8-7 1,-6-5-574,-3-4 0,-3-3-1354,2-7 1,0-5 2470,5-10 0,3-3 0,-4-1 0,16-10 0</inkml:trace>
  <inkml:trace contextRef="#ctx0" brushRef="#br0" timeOffset="65043">9871 5507 21629,'-47'-6'-5545,"11"9"5545,38 12 0,-1-3 0,0-5 0</inkml:trace>
  <inkml:trace contextRef="#ctx0" brushRef="#br0" timeOffset="65632">10451 5771 14549,'0'-4'6128,"0"1"-2722,0 3-3311,-61-42-6,42 33-69,-16-12 0,3 9 36,23 32-34,4 3 34,2 29-11,13-7-23,-2-13 1,4 2-12,3-5 0,3-2-8,2-1 0,1 0-119,1-3 0,1-1 104,18 19-10,-9-5 5,-12-4 17,-21-3-22,-22-4-45,-23-5-31,14-12 0,-2-1-401,-12-2 1,0-2-325,-17-2-1074,23-4 1,3-5-7935,7-11 9071,5-1 0,14 5 0,9 10 0</inkml:trace>
  <inkml:trace contextRef="#ctx0" brushRef="#br0" timeOffset="66016">10765 5736 14202,'3'-3'6190,"-1"0"-2975,-2 3-2728,-14 20-168,-3 9-145,-11 24-113,17-20 1,3 2-12,4 21-39,9-5 29,19-14-1,7-15 17,18-3 0,10-10-51,-9-10 31,-11-8 1,-1-3-196,12-14 262,-17 6 1,-3-3 160,-1-20-68,-29 10 0,-6 0-129,-6-7 45,-15 4 0,-6 4 17,-12 7-101,12 9 0,-1 2 22,-15 2-50,10 8-61,12 11-91,11 7-374,9 14-723,11 10-1768,9-9 1,3 1 2240,12 17 0,2-6 0,-16-25 0</inkml:trace>
  <inkml:trace contextRef="#ctx0" brushRef="#br0" timeOffset="66376">11461 5886 18369,'1'-7'5663,"-1"1"-5125,0 6 314,7-63-371,-5 46-358,3-43-39,-8 74-16,-3 17-29,2 0 0,0 1-28,-2 18 3,3-12 0,0-1-3,1 11 6,1 9-17,1-12 146,0-13-45,0-16 61,1-21-50,4-16 6,4-21-29,9-12-1718,-2 15 1,2 1 1678,9-15-5,-5 17 0,2 4-1,12 2-32,9 2-7,10 22-22,-10 20-2296,6 18 2263,-21 1-208,3 15-505,-10-6-486,2 12-2039,-6-1 3288,-4-1 0,-7-23 0,-3-7 0</inkml:trace>
  <inkml:trace contextRef="#ctx0" brushRef="#br0" timeOffset="66598">12135 5558 24447,'3'-46'830,"1"0"1,-2 7 0,2 7-517,9 18-51,13 19-123,8 15-84,5 7 0,-5 10 0,-1 3-378,3 10 344,-2 1 1,-4 4-383,-15-14 1,-5 2 255,2 11 1,-7 5-889,-11-8 0,-6 3 1,-4-2 35,-1-5 0,-4 0 0,-2-2-758,-2 2 0,-2 0 0,-2-4 1306,-2-5 1,-3-2 0,5-7-1,-10 9 1,-1-3 0</inkml:trace>
  <inkml:trace contextRef="#ctx0" brushRef="#br0" timeOffset="67732">14202 5544 20358,'1'-3'2711,"-1"0"-2509,0 3-130,-12 42-94,6-5-281,0 6 1,2 2-1367,13 18-252,3-5 1921,20-5 0,-19-35 0,6 7 0</inkml:trace>
  <inkml:trace contextRef="#ctx0" brushRef="#br0" timeOffset="67926">14348 5347 19753,'-18'-40'448,"0"0"0,0 1 0,1 14-666,5 29-264,0 12-862,6 14-3193,4 15 4537,6-1 0,-1-14 0,1-14 0</inkml:trace>
  <inkml:trace contextRef="#ctx0" brushRef="#br0" timeOffset="68273">14521 5495 20963,'0'-4'2756,"0"1"-2499,0 3-223,-10 53-23,7-25-2101,0 23 1,1 1 2106,5-17 228,3-1 1,0-3-223,-1-17 66,2 3 533,-3-16-443,1-5-56,8-13 3193,6-12-3089,7-7 1,1-2-128,11-10-47,-1 5 1,2 2 32,-12 19 1,1 3-56,-1 0 0,1 0 5,4 2 1,1 3 2,19 2-45,-9 5-117,10 24-241,-31 10-11,6 10-1104,-10 14-3437,-9-19 1,-1 0 3861,6 25 0,-2-8 0,-8-31 1</inkml:trace>
  <inkml:trace contextRef="#ctx0" brushRef="#br0" timeOffset="70617">16520 5589 19048,'0'-53'1030,"0"1"1,2 4-1,-8 10-313,-28 23-403,-5 11-163,-9 3-14,17 10 0,0 5-614,2 2 1,1 3 534,-8 6 1,1 3-34,3 1 1,3 4 123,4 4 0,5 1-155,0 22 12,23-2 22,14-31 6,28-11-29,11-16 3,-18-6 1,1-3-216,4-4 1,-1-4 290,5-13 0,-3-3-42,-14 10 0,-2-2 56,3-12 0,-6-3 87,-7-17-126,-10 20 0,-3-2 8,-1-10 0,-3 0-14,0 9 0,-1 0 37,0-4 0,0 3 33,0-4 977,0 10-938,1 21-123,-1 4-5,-6 36-23,1-6-5,-6 27-6,4-13 0,0 2-3,1-4 0,0 1-271,-2 16 0,1 1 243,3-9 0,2-2-28,3 0 1,2-3-15,5 18 141,7-24 0,4-3-203,16-6 51,23 0 28,0-32-104,-27 0 0,-1-4 165,17-14 6,-21 8 1,-2-3 21,7-17 0,-12 10 1,-1-1 22,6-17 40,-4 1-34,-10 25 22,-5 9-84,-4 12 551,-2 4-529,-8 21 77,-2 8-116,-2 22-5,5 0 16,12 2-27,9-3 10,12-6 12,10-9-17,8-11 105,-3-12-66,15-9 28,6-24 17,-3-5-22,-6-8 111,-21-18-111,-21 22 58,-6-8 1,-5-3-60,-13-9 28,5 17 1,-1 1 45,-14-6-90,7 22 16,-6 8-27,-4 12 11,-22 20-29,4 6 6,19-9 1,3 0 16,-3 9 264,7 3-297,14-9-1,3 3-3400,19 4 3390,-6-16-6,12 2-34,-12-17-330,6-1-1295,3-3-6513,7-5 8211,-3-1 0,-8 1 0,-7 3 0</inkml:trace>
  <inkml:trace contextRef="#ctx0" brushRef="#br0" timeOffset="71792">17413 5390 8802,'0'-5'9349,"0"2"-7943,0 3-202,12-65-213,-9 44-610,5-16 1,-3 5 71,-9 25-290,-7 3-96,-13 8 56,-17 11-25,13-2 0,-1 2-222,-6 4 0,0 2 264,-2 2 0,0 1-25,2 0 0,1 0-51,4 0 1,2 0 2,-12 23-235,17-1 191,14-3-18,17-3 18,14-4 10,4-12 17,11-10 1,3-4-23,1-2 152,3-3 0,0-4-68,0-14 33,7-9 7,-9-10 10,-13-7-21,-8-5-24,-12-3 6,-4 0 196,-8 4-162,-4 5-29,-8 8-60,-7 7-40,-6 6-34,5 6-22,-17 3 90,14 6-763,-10 6-2379,12 10 3080,5 16 0,8-12 0,4 2 0</inkml:trace>
  <inkml:trace contextRef="#ctx0" brushRef="#br0" timeOffset="72643">17915 5386 18403,'2'-8'1840,"7"-25"0,2-5-787,-2 10-818,1-9 1,0 2 620,-7 19-755,-5 12-22,-16 12-46,-12 14-16,5-2 0,-1 2-280,-3 5 1,1 2 256,-1 3 1,1 1-15,4-1 0,2 2-42,6-2 1,3 0-28,-3 16-113,21 5-134,30-10 112,-2-23 0,2-2 140,-3-2 0,2-4-39,13-8 0,0-6 83,-14-5 1,-1-4 39,9-4 0,-1-3 31,-3-4 0,-3-3 25,-3-1 0,-4-1-13,-5-1 1,-3 0 175,6-27 16,-12 4 28,-8 11 28,-4 11-179,-1 14-22,0 9 448,-1 10-488,-3 10 74,-4 12-91,-4 10-5,-3 8-11,2 0-17,6 4-5,6-18 21,14 5 29,9-22 17,16-2-12,15-16-25,-20-2 1,0-3-184,2-4 1,1-3 213,-3-1 0,-1-2 39,-6 1 0,-2-1 141,6-21 38,-16 2-27,-16 1-74,-7 4-38,-4 8-63,2 8 294,3 9-484,5 5-95,2 6-240,4 7-561,7 7-1114,10 8-3435,9 5 5563,0-4 0,-9-9 0,-9-7 0</inkml:trace>
  <inkml:trace contextRef="#ctx0" brushRef="#br0" timeOffset="74191">19006 5391 18733,'0'-5'4554,"0"1"-2571,0 4-1983,-13-37 5,8 47 12,-10-18-11,10 60-6,0 8 22,0 2-237,-1-1 215,0-17-6,0 3 12,3-28 95,0 1 0,6-23-56,5-13 22,9-12 260,5-12-187,4-8-39,2-7-34,1-1 23,0 1-12,-2 7-44,0 11-34,-6 12 6,16 5 5,3 16-17,0 2 17,6 18-22,-20 7-17,-1 11 23,-9 6-1,-10 2 0,-6-9 1,-10 10 10,0-21 46,-1 2 94,6-17-44,4-8 17,1-15-85,0-8 1,7-18-34,6-4 11,13-5 12,11 1-15,-15 27 0,1 1 4,29-12-24,2 12 1,-3 12-11,-4 12-29,-7 12-16,-8 13-101,-9 12-129,-8 9-179,-8 4-278,-5-17 1,-1 0-893,1 22-2592,3-2 2860,12-19 465,10-22 482,13-6 560,5-18 409,-3-11 279,-9-10 57,-8-5-50,-6-1 3346,-4 4-3464,-2 3-90,-3 9-230,-2 8-302,-5 7-146,-2 4 23,2 5 67,11 7-11,6 3-6,5 3 17,11-1-17,1-7-11,13-2 17,2-7 17,-2-8 78,-11-6 67,-13-7 0,-13-5-39,-14-5-16,-11-2 55,-8-1-78,1 10 201,-11 1-184,9 15-73,-10 2-17,5 16-23,-1 11-10,2 15-6,3 8-29,7 5-44,8 2-72,15-3-248,22 3 248,0-19 1,-1-14 1,3-5-92,21-7 173,-19-7 0,2-2 56,-2-3 0,0-3 39,2-7 1,-2-4 67,14-16-29,-10-2 96,-20 2 62,-9 9 184,0-5-257,-5 13 162,-2 6-286,-2 11-55,0 2 5,0 5 22,3 7 12,1 13 11,2 9-12,-2 8-16,-2 2-11,-3-2 16,0-6 0,-1-10 57,3-12-29,2-9 12,9-11 16,4-7-11,9-11-5,4-7 0,2-1-12,6 2-16,-11 12 10,2 6-10,4 13-12,-12 4 6,30 19 6,-14 10-28,2 0-6,-4 6 11,-16-18 17,3 2 45,3-8-6,0-9-28,0-7 11,11-15 29,1-9-4,-8-3 1,0-1-9,11-17-1013,-8-7 0,-4-2 1018,-4-2 1,-4 0 0,-1-3-3,-10 22 0,-2 0 87,1-12 0,-2 0-6,-2-11 202,-10 0-185,1 44-112,-3-1-17,5 15 2044,2 8-2078,-5 24 35,0 16-26,1-7 0,1 2-157,1-7 0,0 0 117,-1 13 1,1 3-171,0 5 0,0-1-70,1 2 0,1-1 95,0-1 1,3-3-441,11-1 0,4-6 118,8-4-266,4-9 1,5-6-1166,2-17 0,0-5 271,22 2-3136,-16-13 0,-4-5 4817,-13-6 0,3-3 0,-22 12 0</inkml:trace>
  <inkml:trace contextRef="#ctx0" brushRef="#br0" timeOffset="74376">21487 5378 19703,'-44'-16'1376,"0"1"0,3 4 0,13-1-1169,32-5-196,7 9 0,28-8-28,20 8-482,-17 4 1,5 0 440,-6 2 0,4 1 0,0 0-204,1 1 1,0 0 0,0-1-397,0 1 1,0 0 0,-1 0 73,20-1 0,-7 0 0,-5 0 0,-9-1 0</inkml:trace>
  <inkml:trace contextRef="#ctx0" brushRef="#br0" timeOffset="74798">22330 5088 18868,'-2'-3'4352,"0"1"-1887,2 2-2392,-40-32-45,29 28-12,-29-14 24,41 46-46,5 2 39,9 5 1,2 0-6,8 6-17,8 4 1,4 1-262,-14-21 1,0-2 232,10 9 0,-1-1-22,4 2-359,-7 1-381,-22-16 124,-4 2-1485,-25-9-3864,-27-12 2884,-6-10 2946,20 1 1,1-4 946,-11-22-230,15 3 2521,13-28-50,15 17-572,5-17-470,5 22-1032,0 15-419,-3 11-370,-3 8-88,-3 8-13,-2 6 62,-14 31-106,-5 5-79,5-9 0,-1 0-224,-8 16-3610,6-10 0,1-1 3059,1 6 0,-4 6 0,16-33 0</inkml:trace>
  <inkml:trace contextRef="#ctx0" brushRef="#br0" timeOffset="74966">22890 5479 24592,'-6'-17'0,"2"5"0</inkml:trace>
  <inkml:trace contextRef="#ctx0" brushRef="#br0" timeOffset="93449">2172 8133 14728,'-3'-47'1271,"0"-1"1,-2 5 0,-3 7-572,-18 4 336,-9 8-656,-7 10-133,-8 10-90,-5 16-101,24 0 0,2 4-372,-4 6 1,2 5 357,0 6 0,1 2-34,1 4 0,2 3-16,3 9 0,4-1 2,6-16 0,4 0-5,0 0 0,8-1 341,24 11-308,8-16-11,-5-10 1,4-2 278,27-5-251,0-10 45,-7-11 130,-16-3 828,-14-2-818,-15 2-140,-17 6 5,-15 3-10,-19 10-6,-12 7-181,26-3 0,1 3 158,2 0 1,0 1 5,-20 17-56,8 8-5,20-11-18,5 13-139,21-13-376,13 7-941,20-7-3145,0-17 1,4-4 1234,21 0 320,-9-10 0,1-5 3088,-14-3 0,0-3-19,-2-2 0,2-3 0,-1-3 448,-3-1 0,-1-2 0,-1 0 553,9-7 1,-4-2 1112,-2-6 0,-7 1-495,-5 0-358,-7 10 1,0 0 677,2-7 2598,-1 0-3696,-10 17-242,-7 15-515,-4 10 764,-9 15-781,-6 11-33,-6 15-34,9-12 0,2-1-62,-5 16-179,8-13 1,0 0-1318,-2 17-873,2-19 1,-1 0-2486,-2 2 1,-1-2 3987,-5 8 0,2-12 1,13-27-1</inkml:trace>
  <inkml:trace contextRef="#ctx0" brushRef="#br0" timeOffset="93608">2152 8746 11183,'5'-59'3185,"0"-1"0,-1 7 1,2 5-2016,6-4-744,-4 22 39,-1 10-381,-4 15-28,10 19-50,4 13-12,6 10-17,-6-10 1,1 1-367,7 7 0,1-1-227,-5-6 1,1 2-2662,5 1 0,4 2 0,-3-4 3242,16 14 1,-18-18-1,-2-4 1,-5-6-1</inkml:trace>
  <inkml:trace contextRef="#ctx0" brushRef="#br0" timeOffset="93859">1172 9506 22711,'54'-9'114,"1"0"0,0 0 1,-1 1-1,-2-1 1,-1 1-1,0 0 0,2-2-567,-2-1 0,1-2 0,1-1 1,0 1-1,-1 0 454,9-1 1,-1 1-1,0 0 1,0 1-489,2-1 1,-1 1 0,1 0 0,-1 1 81,-1 1 0,0 0 1,-1 1-1,0 0 237,-1 2 1,0 1 0,-2 0-1,-5 0 1,13-1 0,-7 2-1,-13 3 1,1 0 0</inkml:trace>
  <inkml:trace contextRef="#ctx0" brushRef="#br0" timeOffset="101000">8487 8300 10433,'0'-3'3226,"0"1"-2218,-61-9-11,10 17-1085,8-9 0,-4 3 743,-4 16 1,2 5-754,14-5 0,2 0 179,-12 7 0,4 3-30,-2 12 351,27-5-206,29-7-73,8-9 20,9-8 1,4-3-77,6-2 8,9 0 1,4-2-342,8-1 291,-18-2 1,-2 1-21,9 0 313,-18-1-256,-17 3 812,-13 5-661,-15 10-68,-17 12-94,-3-1 21,-3-1 1,-3 2-318,11-8 0,0 0 267,-13 10 1,1 0-18,12-6 1,2-2-17,-12 19 332,17-9-242,24-5 61,17-14-84,7-3 33,19-10-50,-2-4-5,8 2-12,-7-1-10,-15 4 672,-14 6-611,-11 2 179,-21 23-95,-8 0-96,4-6 1,-3 1-15,0-1 1,-1 0-218,1 1 0,0 1 192,2 0 0,2 0-5,-11 27-62,12-1-436,9 2-953,11-12 620,11 15 0,-6-39 1,6 9-1</inkml:trace>
  <inkml:trace contextRef="#ctx0" brushRef="#br0" timeOffset="102140">8997 15165 21769,'-20'-44'118,"31"1"-85,40 25-27,3 1-6,-7 8-51,-20 5 51,-4 4 118,-24 18-45,-40 20-62,1 0-412,9-14 0,-2 0 415,3-3 0,0 0-5,0 0 0,0 1-4,-5 3 1,2 0-6,-16 16 173,22-11-185,15-9 35,15-6 0,10-3 16,12 1 17,21 0 584,-1-2-629,2-1 6,-4-3-12,-10-1-16,11 7 17,-13 0-6,-5 3 11,-11 4 0,-8 1 12,-1 10-12,-4 2-11,-1 3 17,-1 10-23,0-15 0,-3 13 29,0-18-23,-1 5 17,0 2-12,2-11 6,0 9-11,2-17 6,3 11 0,2-8-12,2 5 12,0 0-1,-1 3-5,-3-9 67,-6 4 12,-13-10-102,-7-2-89,-5-2-1960,-20-8-835,22 0 2907,-18-2 0,31 2 0,0 0 0</inkml:trace>
  <inkml:trace contextRef="#ctx0" brushRef="#br0" timeOffset="103048">9447 10032 18466,'-3'-51'1716,"0"0"0,1 12 0,0 6-1318,0 7-372,0 23-55,-3 16 22,1 15 6,-1 7 0,0 4 0,2 1 1,0 1-311,0 2 1,0 1 281,1 4 1,1 1-62,0-6 0,0 0-75,1 10 1,-1 0 57,1-5 1,-1-2 52,2-8 1,-1-4-31,1 13-33,-5-25-1,-4-28 62,-7-23 70,4-8 0,0-3 9,-5-21-595,5 6 0,2-2 594,4 13 1,1-1 16,-1-13 0,2-1 14,1 1 1,2 1 69,3-5 0,2 3-87,-2 19 1,1 3 16,3-8 0,2 4 522,4 0-519,7-7-34,16 6-22,-7 17 11,24 1-33,-8 19-1,14 10 1,-2 16 8,-30-4 0,-3 4 14,-3 9 0,-6 3 17,-6 25-1506,-15-22 1,-7-3 1499,-21 9-25,3-19 0,-3-2 421,5-6 1,-2-2-408,-6 3 0,0-3-34,4-4 1,2-2-432,-16-2-1238,21-14-2599,22-9 4302,27-14 0,-9 13 0,8 0 0</inkml:trace>
  <inkml:trace contextRef="#ctx0" brushRef="#br0" timeOffset="104400">9885 9600 20565,'40'16'145,"0"-1"1,-4 0 0,-2 0-141,-6 1 1,-2 2 27,2 7 1,-4 1 11,-5 3 101,1 27 44,-32-20 140,-21 9 80,-5-18-141,-1-8 330,10-16-106,14-12-56,5-12-353,10 2 50,26-23-123,8 13-5,9-5 27,11 4 1,-6 9-599,-11 8 0,0 0 570,12-2-8,-7 5 1,-2 2 13,-12 3-3003,22-2 2992,-39 6-5,0 5 27,-12 13-16,-7 8-6,-3 4 791,-7 7-791,9-6 6,4 12-6,8-16 3420,16 2-3375,23-18-34,-6-3 62,25-10 33,-19-9 14,-12-2 1,-1-2 108,14-16-94,-6-1 252,-16-8-275,-14 19 56,-5-18-39,-12 16-45,-18-9-40,-6 9-4,-8 2-35,12 12 12,6 5-6,-3 12-33,11 5-34,-6 10-129,16 4 0,7-4-420,12 10-431,14-4-104,2-6 0,5-2 605,-1-4 0,3-3-232,11 2 1,0-3 668,-14-6 0,1-3 2,25-7 1,-2-3 140,-4-2 8,-8-1 0,-2-2 356,-5-8 179,-5-9-235,-7 4 370,-8-9-6,-15 13 118,-8-10-628,-1 12 1082,-21 0-1115,0 17 428,-15 9-551,1 11-40,3 11-22,8 5 5,7 4 0,10 0-5,6-7-17,5 1 6,15-8 27,2-5 63,14-6 4,2-20-16,6-10 68,8-26-68,-15 10-129,-11 4 1,-2-2 218,-1-20-90,-6 17 0,-1-2-6,-1 0 0,-1 0 26,-1 1 0,0 3 13,1-15 197,-2 5-152,-3 26-111,-1 0-91,-1 16 63,-1 13 10,0 2 7,-1 25-12,1-11-17,0 8 0,0 3-50,1 18 2,1-16 1,2-1-819,11 19 810,3-20-357,32-2 385,-9-25 45,10 3 8,-17-23 1,-3-5 2,-1-1-8,-2-4 0,-2-3 42,-5-5 1012,0-5-973,-8 4 334,-6 9-407,-3 8-67,-3 6 62,-6 21-1,3 0-22,-3 18 6,8-8 0,4-7 5,21 2 1,4-13-12,18 1 45,-4-14-6,-10-3 79,6-18 0,-21 0 0,4-10-6,-16 2-17,-7 1-38,-5 8 32,-6-1 1,-1 7-62,1 5-72,2 2-107,5 9-207,2 8-51,3 0-1731,5 15 2157,20 9 0,-13-11 0,9 1 0</inkml:trace>
  <inkml:trace contextRef="#ctx0" brushRef="#br0" timeOffset="105216">12649 9500 15373,'1'-4'4145,"-1"1"-2700,0 3-835,-84-6-453,52 13-199,-22-2 1,2 7 170,22 26-50,-1 11-18,12 0-16,12-2 83,15-4-72,13-3 56,18-5 45,15-8-351,-20-17 1,2-3 288,5-2 1,0-3-46,-7-1 0,2-3 174,17-7 0,0-5-42,-18 0 0,0-1-3,13-8 1,0-4-26,-15 1 0,-5-2-31,-3-3 0,-4-3-50,-3-4 0,-4-1-23,-3-5 1,-2-2-7,-3 0 1,-1-1 25,-2 1 0,-1 1 53,0 5 1,-2 2 207,-1-22 5,-3 21-151,-1 18 87,-4 14-238,-3 16-40,-6 15-11,-6 18 17,11-14 0,1 3 5,-1 16 1,3 2-137,2-14 1,3 1 105,-1 20 0,3 0-82,6-19 1,2 0-227,2 8 0,4 1-385,3-5 1,4-1-715,2-5 0,1-1-1142,1-5 1,0-2 2529,19 14 0,-19-20 0,-7-11 0</inkml:trace>
  <inkml:trace contextRef="#ctx0" brushRef="#br0" timeOffset="105375">12920 9611 23584,'29'-31'-247,"1"0"1,-1 1 0,0-10 0,4 9-1840,7 21 1,6 9-1,-2 0 1142,-4-1 1,-2 1 0,-3 0-1,-4 0 1,6 0 0</inkml:trace>
  <inkml:trace contextRef="#ctx0" brushRef="#br0" timeOffset="105564">13850 9260 24547,'-32'43'-1027,"9"13"1,36-22 0,-6 2 0</inkml:trace>
  <inkml:trace contextRef="#ctx0" brushRef="#br0" timeOffset="105723">13783 9827 26077,'-8'-34'-2459,"9"8"2459,15 31 0,-5-2 0,4 1 0</inkml:trace>
  <inkml:trace contextRef="#ctx0" brushRef="#br0" timeOffset="106541">15035 9323 13984,'0'-6'6553,"0"2"-3943,0 4-2593,-21-43 6,-3 43 5,-27-23-12,12 48 4,5-1 0,1 2-43,-6 9 3,13-11 1,3 0-3,5 9 22,20-7 22,16-6 6,19-6-11,1-7 2,-2-4 1,1-2 2,17 1-14,-18-2 1,-1 0-9,7 0 0,-18 0 0,-13 1 84,-9 4 28,-11 5-5,-10 11-18,-16 6-66,1-3 10,2-4 1,-2-1 5,-9 7-34,12-8 1,2 0-17,-3 6 11,15-6 0,11-6 45,20 2-12,-2-8 46,37 7-51,-13-5-11,17 2-1,-23-3-16,-7 1 34,-15 4 39,-7 4-28,-6 0 61,-25 15-72,10-13-9,-6 4 0,0 1-14,3-1-6,-1 1 1,3 2 11,5 4-28,0 13-6,16-12-100,12-1-1356,13-3-1765,4-7 3238,11-3 0,-23-10 0,1 0 0</inkml:trace>
  <inkml:trace contextRef="#ctx0" brushRef="#br0" timeOffset="107459">15898 12797 20459,'37'-8'280,"0"0"0,-3 1 0,-1 2-152,20 3-55,-15 5-11,-14 3 117,-15 5 56,-16 7-49,-16 5-69,-18 6-83,14-14 0,-1 1-181,-4 0 0,0 1 180,-2-1 1,2 0-1,-18 9 12,20-9 0,2 0-23,-3 4-10,-5 10-1,23-7-6,9 2 12,15-1 0,11-1 17,17-3 5,14-5 12,9-4-18,1-4-16,-10-1-17,-16-1 34,-18 1 5,-13 1 39,-16 8-5,-19 12-34,-7 3-16,-13 8-12,8-8 0,7-2-22,7-4 360,10-7-360,5 7 11,9-7 11,7 7-5,9-2 5,9 2-5,6 1-6,1 2 11,-1 0-28,-4 0 28,-6 1 29,-8 0 38,-9 0 51,-11-2-62,-10 0-39,-1-8-17,-18 2-302,9-9-1703,-13 4 1994,4-6 0,18-4 0,3-1 0</inkml:trace>
  <inkml:trace contextRef="#ctx0" brushRef="#br0" timeOffset="108742">15901 10648 19664,'-38'2'932,"0"1"0,-16 0-843,81-7 1,17-1-39,15-3-1306,-6 1 0,6-1 1257,-16 3 0,2 0 0,2 1-899,6-1 1,2 1-1,2-1 548,-4 2 1,2-1-1,1 1 1,-1 0-672,0 1 1,-1-1 0,0 1-1,-1 2 945,-1 0 1,-1 2-1,-2 1 1,-4-2-1,11 0 1,-6 0 0,-13 4-1,0-1 1</inkml:trace>
  <inkml:trace contextRef="#ctx0" brushRef="#br0" timeOffset="108949">16011 11313 14499,'58'-12'13,"-1"-1"1,1 1-1,0 0 1,1 1 0,-1 0-78,-5 2 1,0 0-1,0 1-147,2 1 0,1 1 0,-1 0-385,0 1 1,0 1-1,-2 1-1521,-3 1 0,-1 0 0,-2 1 1765,10 3 0,-6 0 0,10 1 0,-33 1 0</inkml:trace>
  <inkml:trace contextRef="#ctx0" brushRef="#br0" timeOffset="109173">16237 11885 21971,'50'3'366,"1"0"0,-1 0 1,12-3-1,2-1 1,-5-3-1327,-1-6 1,-2-2 1110,-1 2 0,4-1 0,-6 0 9,0 1 0,-1 0-84,-6 0 1,3 1-1,-3 0-65,-1 0 1,-1 1-141,6 0 0,-3 1-5090,-2 6 5219,-1 4 0,-20 0 0,-14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4:03:21.8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1249 2157 30958,'22'-44'-35,"0"1"0,11 9 0,7 2 0,3 6 793,14 7 1,6 7-1567,-18 1 1,3 0 0,1 1 0,-2 1 1028,8 0 0,-2 3 0,-2 0 442,9-1 0,-3 4-2343,3 11 0,-9 4 1080,-20 3-101,-21 35 382,-33-28 1,-11-2 645,-12 10 0,-6 0 670,3-4 0,-5 0 0,3-2-1143,-3 3 0,-1-1 480,6-4 1,-3 2-1,5-3 201,9-4 1,2 0-506,-3 0 1,2-1 1216,-1 2-1012,29-11-235,41-13-212,0-2 1,4-2-258,0 1 1,4-3 1,13-4 0,7-4 1,-2 0 493,-14 4 0,-2 1 0,2-1 19,1-1 1,3-1 0,-1 0 0,-4 1 89,12-6 1,-6 0 154,-3-1 1,-7-4 1344,-4-25-1636,-19-4 0,-20 25 0,-8 0 0,-7 6 0,-3 3-1189,-18-14 1138,10 16 1,1 2-1783,-3-2 667,-6-1 430,22 13 137,12 7 1183,10 10-244,14 12-211,19 17-149,-11-12 0,3 3-168,6 5 1,1 1-102,4 5 1,0 1-387,-2 3 1,-3 1-86,-7-9 0,-7 4 632,-14 6 0,-7 6 0,-1-8 0,1 4 0,-11-1 0,0-1 0</inkml:trace>
  <inkml:trace contextRef="#ctx0" brushRef="#br0" timeOffset="12361">3623 2349 28037,'8'-57'1252,"1"-1"0,-1 6 0,-3 8-910,-6 16-556,0 10 98,-2 8-503,2 7-270,0 5-1968,0 10 2795,1 16 189,-3 17 4135,-5 15-3779,-2-7-277,1-15 0,-1 0-101,-2 9-105,-2 10 0,10-30 0,3-12 0,1-11 0,3-32 0,3-6 0,0 1 0,0-2 0,6-16 0,1 11 0,3 1 0,8-10 0,-5 16 0,2 3 0,14-4 0,2 15 0,-11 10 0,15 11 0,-11 9 0,6 3 0,10 22 0,-11 4 0,3 10 0,-14-9-1219,-13-8-345,-8-15 568,0-2 519,-2-9 232,0-7 1376,-3-17-519,1-7 597,-1-16-518,4 0-255,6 3-14,7 5-422,6 10 0,-3 10 0,17 6 0,-7 11 0,7 1 0,9 21 0,-12 0 0,14 17 0,-12-4 0,-1 1-1870,0-4 234,1-7 723,4-11 416,3-10 989,4-15 741,2-14 426,-1-14-127,-4-7-1532,-8-1 0,-10 3 0,-10 13 0,-8 5 0,-12 13 0,-4 4 0,-3 7 0,-7 20 0,8 3 0,-2 17-38,15-2-508,10 0-59,11-4 488,11-6-247,9-11-386,7-9 552,-16-13 0,-1-3 370,14-4 34,-15-3 0,-2-5 755,0-13 67,-1-12-785,-16-2-243,-22 0 0,-18 5 0,-20 4-251,19 20 0,-2 2-194,-2 2 0,0 2 113,1 2 1,0 1-28,-21 0 225,18 7 685,7 11 932,20 5-969,7 12-925,21 3-1962,19 2 215,-11-17 0,3-1 1501,10 1 1,-2-2-1,7 2 1,-3-3 0</inkml:trace>
  <inkml:trace contextRef="#ctx0" brushRef="#br0" timeOffset="14481">5466 2163 30225,'9'62'-2205,"-2"-2"1197,-15-3 824,1-7 189,0-9 190,1-13 377,1-12 58,1-10-870,1-15 297,1-11 80,1-17-3480,7-24 3346,0 18 12,3 11 1,2 2 53,10-3 61,18-6-32,-10 18 415,17 6-151,-10 16-335,12 9-1338,-17 2 0,-1 3 972,12 8 1088,-14-3 0,-1 2-1957,6 10 107,-7-9 1,1 0-171,11 7 200,-8-13 1,1-3-495,19-6 1178,-18-4 0,3-3-793,6-7 1,-1-3 1474,15-3 14,-20-3 0,-3-3 686,1-12 207,1-8 132,-13-1 106,-11 6 1982,-15 6-2992,-10 11-131,-16 8 437,-12 15 3534,-10 10-3713,14 6 1,2 3 273,-8 6-534,18-9 0,5 1 72,14 2 58,7-2-182,11 3-839,4-10-245,33-8 222,-5-17 657,-11 1 1,1-3 243,18-23 287,-9-6 429,-12-12-414,-14 18-2965,-8-4 3028,-8 23-773,-2 3-707,-1 9 181,-3 17 53,-3 22 68,2 5 52,0-3 1,1 4 315,1 1 1,0 3-238,1-5 0,-1 3 1,1 1 416,1 5 0,-1 1 0,1 4-95,0 0 0,0 3 1,0 1-1,0-4-81,0 1 1,0-4-1,-1 4-84,0 2 0,-1 5 0,-2-1 0,-1-4 13,-4-3 0,-2-3 0,0-3 124,3-6 1,1-1 0,-3-3 55,-12 18 1,-4-16 7,-7-34 58,-6-31-81,23-7 1,4-8-570,3-18 0,5-6 598,4 12 0,4-2 1,3-3-17,3 3 0,3-3 0,1 0 0,2 2-4,2-9 0,3 3 1,1 0-214,0 11 0,1-1 1,1 2-1,-1 5 111,8-9 1,1 5-44,5-1 0,1 5 959,-7 13 1,1 1-756,17-12 1,2 1 6,-6 8 0,1 2-300,9-4 0,1 1 300,-6 7 1,-2 3 1,-9 4 1,0 1 191,12-5 0,-2 2 10,5-3 715,-18 10 0,-2 0-597,-6 1 2880,-14 7-2982,-14 3-143,-8 3 79,-12 7 923,-20 15-1036,4 7-42,-1 4-44,9 8-61,13-5 18,2 20 99,15-11-148,15 1-72,17-20-3,12-11 85,-5-8-3311,21-15 3464,-28-2-4,0-6 1,-2-5 162,-3-14-31,4-7 107,-18-5-120,-8 7-78,-11-15-108,-5 13-128,-4 7-55,-4 14 12,5 10 3354,-1 3-3189,4 4 541,7 8 77,4 0-259,8 10-644,24 5 273,14 1 44,-11-9 1,3-2 29,-1-2 0,1-3-318,2-1 0,1-1 231,1-2 1,-1-1-95,22-2 228,-10-8 0,-2-1 668,-7-1-472,-2-1 1,-3-1 362,-17 3-126,-2-1 69,-11 5-385,-11 2-626,-7 2 433,-4 0 30,-22 15 263,6 6-2908,-13 18 2653,17-5-1050,2 27 869,16-28 225,9 8 0,5-2-530,6-9-170,14 16-323,4-29 236,9-5 279,23-6 491,-8-14 156,-21-2 1,-3-4 270,0-9-128,-7-9 201,-22-6-353,-10 4 2654,-4-6-3058,-22-3-102,9 20 864,-9-7-1053,14 17 154,10 7 95,6 5 130,6 4-792,11 15 8,-1-4-2917,25 21 2972,9-5 1,-21-11 0,-1-4 0</inkml:trace>
  <inkml:trace contextRef="#ctx0" brushRef="#br0" timeOffset="14750">8445 2162 25292,'0'-5'2175,"0"2"-1025,0 3-681,-59-37-310,42 38 212,-15-15 1,4 5 65,28 37-651,9 6-404,10 7 462,13 5 66,-12-21 1,1 0-433,14 14 207,-12-15 0,-1 1-1468,10 26-672,-7 0 1452,-10-4-724,-24-13-6195,-21-19 8023,-15-6 0,11-6 1,5-5-1</inkml:trace>
  <inkml:trace contextRef="#ctx0" brushRef="#br0" timeOffset="14916">8338 2258 20262,'29'-41'1572,"0"0"0,0 3 0,-6 8-957,-15 23 147,-4 9-379,-24 27-433,2-1 48,-4 1 0,-1 2-38,3-5 1,1 1-772,-6 9 1,-1 2-167,2 3 1,1 1 942,0 5 1,3-3-1,-3 8 1,6-8 0</inkml:trace>
  <inkml:trace contextRef="#ctx0" brushRef="#br0" timeOffset="15290">8833 2299 26152,'-5'0'355,"17"6"-433,24 7 65,15-2-111,3-5 53,-3-11 70,-6-8 30,-11-13-72,-13-9-25,-12-6 86,-15-2 13,-2 10 214,-20-4-85,11 22 240,-29-3-6,12 21 51,-16 10-13,8 16-83,8 16-284,21-17 1,4 4-281,8 16 1,6 2-306,5-5 1,4 0-358,2 2 1,4-4-621,8-3 1,6-4 1448,3-9 1,1-3 0,11 12 0,2-11-1</inkml:trace>
  <inkml:trace contextRef="#ctx0" brushRef="#br0" timeOffset="16221">9743 2454 22699,'42'-10'60,"0"0"1,0 0-1,3 0 1,0 1 0,-2 1-56,4 1 1,1 2-723,-5-1 0,3 1 0,-2 1 725,13-2 1,1 1-15,-4 0 1,3 0-1,-4 1-14,8 0 1,-5 1 30,-1-1 0,-9 2 673,-20 5-622,-27 2-17,-25 5 23,-32 9-25,7-5 0,-4 2 7,-1 0 1,-1 0-10,12-3 1,-2 0 0,5 0-16,2-1 0,3 1 14,0 1 0,4 0-57,-5 7 39,3 8-62,19-8 1093,13-3-1060,25-6 0,39-7-20,-24-3 1,1-1-158,4-2 0,1-1 187,4-2 0,0-3-244,-2-4 1,-2-1 245,-8 2 1,-1 0 33,5-6 1,-6-3 55,-12-9 39,-13-22 70,-24 2-546,-2 19 1,-3 2 546,-19-9 80,14 17 1,0 2 654,-10-6-151,-2-3-2760,19 10 2034,9 4-77,18 5 757,25 8-160,5 10-387,-7 0 0,1 5 160,-5 4 1,-2 5-416,1 4 0,-3 1-85,10 23-383,-20-15 1,-4 1-570,-2 9 670,-19 13 0,-3-2 1,7-20-1,-7-1 1,0-1-1</inkml:trace>
  <inkml:trace contextRef="#ctx0" brushRef="#br0" timeOffset="21454">12968 2590 21735,'27'6'684,"-5"15"-3539,-20 16 0,-7 6 2748,-1 15-87,-5-15 1,-3-2 690,-18 10-1049,10-20 1,-2-2-311,-17 11-3177,8-20 1,-1-4 4038,-5-4 0,2 1 0,29-12 0</inkml:trace>
  <inkml:trace contextRef="#ctx0" brushRef="#br0" timeOffset="21637">12915 2236 17860,'0'-3'3495,"0"0"-4288,0 3-2338,8 22-1532,-1-6 4659,9 24 0,-11-26 0,1 1 0</inkml:trace>
  <inkml:trace contextRef="#ctx0" brushRef="#br0" timeOffset="22055">13437 2398 17104,'-6'-1'4844,"2"0"-4300,4 1-309,-15 21 57,37 11-220,-21 6-8,26-7 1,5-2-54,-5-2-3,-2-1 1,-2 1-59,2 8-129,1 9-488,-8 4-358,-15-11-1305,-19-3-7501,-36-19 6404,9-9 3138,5-11 1,0-4 288,2-9 0,4-12 0,4-8 2061,15 8 0,3-1-465,-6-7 1,5-2 682,13 2 1,6 1-522,2 4 1,4 2-1076,0 2 1,0 1-213,14-16 348,-8 25-598,-9 18-160,1 2 23,-3 19-72,-6 12-85,-1 3-955,-8 4 0,-4 2-2826,-2 8 3844,-2-4 1,1-3 0,4-14 0,0-1 0</inkml:trace>
  <inkml:trace contextRef="#ctx0" brushRef="#br0" timeOffset="22736">15464 2463 16116,'19'-46'1096,"1"-1"1,0 0 0,-1-1 0,0 0 0,-5 9-122,-4 3-623,0-1 659,-12 27-939,-4 18 162,-2 3-72,-17 44-126,13-27 1,0 3-341,-6 15 0,0 3 321,3-3 0,3-1-9,2-9 1,3-1-9,2 13 0,5-1-12,11 11 1,-1-19 0,3-3-11,15 3-183,3-21 0,5-4 9,-6-8 0,3-3-1876,26-1 0,1-3 1826,-23-2 0,0-3-211,15-6 0,-4-4-216,5-15 586,-24 11 0,-3-2 76,8-13 773,-12-14-213,-16 18 556,-2-11-338,-8 14 3228,0 5-3373,0 6 46,2 6-517,0 7-128,1 3-12,0 6 23,0 8-40,0 10-33,4 10-292,3 6-721,4 4-1788,7 1 2840,4 1 0,-8-20 0,-2-6 0</inkml:trace>
  <inkml:trace contextRef="#ctx0" brushRef="#br0" timeOffset="22913">16253 2232 18425,'-1'-8'4358,"-1"2"-3798,2 6-756,0 0-1938,-34-7-605,30 20 2739,-22 4 0,34 3 0,-1-1 0</inkml:trace>
  <inkml:trace contextRef="#ctx0" brushRef="#br0" timeOffset="23366">16609 2188 25359,'17'56'-13,"0"-1"0,-4-11 0,-1-2 13,-2-1 0,-2-2-456,1 21 461,-4-25 1,-2 0-6,-5 24 57,-11-12 227,-10-13-32,-6-15 89,-2-15-150,2-19-34,6-15-29,7-13-21,9-5-29,12 4-44,6 10-23,7 11 206,-2 11-223,21 10 18,0 12-10,-6-1 1,3 2-254,0 3 1,0 2 236,3 1 0,0 2-6,-3 1 1,-2 2-32,-5-1 1,-3 1-95,6 19 21,-23-7-72,-26-9-84,-23-9-179,-21-8-514,27-9 0,1-1 201,-21-4-2152,22-6 1,4-2 2923,3-5 0,-3-2 0,24 12 0</inkml:trace>
  <inkml:trace contextRef="#ctx0" brushRef="#br0" timeOffset="24536">17163 2376 24671,'33'25'196,"10"8"-191,-11-9 1,1 2-223,1 2 0,-3 0 205,-2 1 1,-5 2 0,-5 2 0,-5 0 5,0 10 156,-21 3-116,-13-31 72,-12-4-33,-4-13 28,5-12 17,9-11 199,12-7-266,13-3-35,17 0-10,5 11-29,6 7 1,5 2-84,22-3-172,-13 6 1,2 1 137,-6 4 0,1 2-25,0 1 0,1 2-40,0 0 1,0 1 33,-2 1 0,-2 0 87,19 0 107,4-11 16,-40 4 73,8-15 50,-27 5 74,-6-5 44,-6 2 330,-8 4-481,0 5 213,-17 4-197,8 8-66,-11 8-51,9 10-17,1 22-5,11 2-12,4 2-22,15-1 17,12-13 16,12 2 18,12-11 5,5-11 6,0-15 22,-3-10-11,-12-3 89,-3-10 112,-15-2-66,-6 1 10,-10-1 12,-8 11-34,0 7-84,2 4-51,4 5-22,4 2 1,-1 8-18,0 7-5,0 10 28,1 8-12,3 3-5,8 1 11,8-4 1,38 0-24,-18-17 12,23-3 6,-21-17 22,1-6 0,6-8 39,-8-8-5,-11-4 11,-12-4-40,-7 7 46,-12-12-18,0 13-5,-4-9 34,3 13-6,4 8-45,1 6-39,1 5-28,0 3 39,4 7-50,13 10 39,7 3 6,6 2-3415,24-2 3409,-24-13-185,27 1 202,-25-10 16,8-8-22,-16 1 40,-3-8-40,-17 6 3320,-2-10-3297,-7 4 279,-3-5-257,0 6 0,0 2 0,4 4 5,2 3-27,0 1 16,2 3-44,0 0-79,0 3 45,0 4 39,0 10 12,2 13-12,0 0-5,4 28-12,2-13 6,-3-11 0,2 0-45,9 21-157,-3-22 1,0-1-959,6 10 768,5 1-1524,-4-18-486,-5-11-6656,3 1 1335,-11-14 7723,-4-2 0,-3 2 0,0 0 0</inkml:trace>
  <inkml:trace contextRef="#ctx0" brushRef="#br0" timeOffset="24886">19139 2376 25657,'-9'44'129,"21"1"-96,6-11-27,14-5 11,-3-14-40,1-3 6,15-2 34,-16-8 106,10-16 68,-21-6-57,2-5 197,-8-7 72,-6 6 56,0-5-73,-3 6-134,-2 10-145,0 7-96,-1 8 0,-3 15 6,-3 16-17,-4 8 0,-1 3-9,3-11 1,-1 3-805,-5 16 1,-2 7 0,2-6 529,3-9 0,2 1-2038,-1 11 1,-1 10 0,1 2 0,2-7 2320,2-8 0,3-4 0,-1 0 0,-1 8 0,1 1 0,0-7 0,3-12 0,0-1 0</inkml:trace>
  <inkml:trace contextRef="#ctx0" brushRef="#br0" timeOffset="157228">21129 2964 19064,'3'-49'1414,"0"-1"0,1 1 1,0-19-1,0 16-837,-2 34-313,-2 10-264,1 1-23,-3 11 57,-4 12 27,-13 32-38,4-8 5,-1 3 0,1 2 0,2 8-203,3-20 1,3-1 207,10 17 18,13-20 61,26-5-79,-7-16 29,27-22 44,-17-15-42,-17 8 1,0-2 72,0-6 1,-3 0-26,8-10 156,-5-7-3200,-22 27 2976,-1 5 238,-8 11-276,-1 8-23,-8 21-11,7-1 22,1 15 6,11-13 12,14 4-12,10-12 22,26-1-5,-5-10 3392,0-7-3359,-5-23-28,-26 5 85,12-35-62,-24 25 27,1-27 12,-10 21 17,-8-11-90,3 18-39,-9 2-39,9 18-538,-1 2 225,6 7-1962,8 13-1982,11 0-1271,6 5 4747,10-6 0,-20-11 0,0 0 0</inkml:trace>
  <inkml:trace contextRef="#ctx0" brushRef="#br0" timeOffset="157762">22152 2547 24643,'-11'-38'473,"0"0"1,-14-14-402,12 74-38,-5 19 5,4 20-28,9-25 1,2 2-4,0 2 0,2 0-13,2 23 10,3-17 1,0-4-6,0-6 0,4 25 6,-7-47 50,0 3 358,1-14-291,3-9-33,7-14 5,8-9-17,12-2-16,8 2-28,6 8-23,1 9-11,-4 13-6,-12 4 34,6 21-11,-15-3-6,11 14 6,-5-7-28,3-3 22,4-7 23,2-8 66,7-16-38,-15-3 89,9-20 6,-19 1 17,2-10-90,-9 7 134,-1-11-168,-6 23 68,1-10-107,-5 21-22,1 1 5,-1 13 13,2 9-1,1 5-67,5 27-134,-1-8-252,6 20-494,1-11-969,2-4 85,-3-13 1825,2-2 0,-10-21 0,1 1 0</inkml:trace>
  <inkml:trace contextRef="#ctx0" brushRef="#br0" timeOffset="157915">22945 2629 20442,'-5'-4'3792,"2"0"-5556,3 4-5563,-2 22 7327,15-3 0,-12 6 0,12-12 0</inkml:trace>
  <inkml:trace contextRef="#ctx0" brushRef="#br0" timeOffset="158488">23472 2769 21763,'0'-5'3204,"0"2"-2290,0 3-578,-69-21-224,41 21-54,-18-6 1,-1 7 9,4 39-63,5 8-322,20-17 1,5 1-59,4 28-757,21 0-94,1-30 0,4-2-533,7-3 0,4-4-241,5-4 0,3-5-397,2-6 0,1-4 960,1-7 1,-2-5 2060,-1-2 0,-1-5 1261,-4-5 1,-2-3 203,-2-4 0,-4-3-815,-2-4 1,-4-4-245,-1-4 1,-4-2-219,-1-3 1,-3 0-175,-1 0 1,-1 1-253,-2 4 0,0 1-3,-1 6 1,-1 3-25,2-11 430,-1 8-531,-3 25 124,0 1-371,-1 47 6,0 11-6,1-3 1,-2 4-174,1 2 1,-1 0 158,-3 5 0,0 0 8,-1 0 1,-1-3-9,-1-5 1,0-3 2,2-8 0,1-4 175,0 10-135,4-20 44,5-18-51,1-10 18,23-31 5,2-2-28,-4 8 0,2-1 116,-1 4 1,2 2-120,1 0 0,2 3-3,-1 2 1,0 4-111,-2 3 1,0 3 110,20 0-12,-17 9-17,11 21-27,-14 7-93,-7-3 0,-2 1-250,7 14-2579,-11-4 1,-1 0 2954,-1 6 0,2 6 0,-12-29 0</inkml:trace>
  <inkml:trace contextRef="#ctx0" brushRef="#br0" timeOffset="160155">25679 2945 22358,'1'-57'682,"-1"-1"0,1 0 0,-1 2 1,1 0-1,-1 4-1198,1 2 1,0 2 747,-1-7 0,1 4 412,0 0-345,-1 16 1,1 3-148,0 9 78,-1 7-213,5 31-6,4 25 7,1 1 1,0 9 0,0-3-606,-1-6 1,-1 3 586,1 12 0,0 8 0,-3-10 0,-3-20 0,-3-3 0,-1 22 0,-3-1 33,-1-16 0,-1-2-36,-1 4 1,-2-1 13,-7 13 230,6-23-152,5-17-5,5-20 1165,6-15-1210,9-21-36,-2 16 0,5-1-1415,11-11 1,4 0 1411,-2 7 0,1 2 0,1 0 0,0 4-3,-5 8 1,-2 5 7,8 1 6,5 7-50,6 28-45,-4 9-1162,-15-5 0,-1 3 1050,9 14-112,-15-13 0,-1-1 2134,0 8-3070,1 3 1,0 0 560,-3-6 151,0-2 0,0-4 27,1-15 365,6-4 179,4-18 3594,5-11-3145,4-12 273,-1-7 1099,2-7-975,-18 19-409,-2 3-291,-22 23-152,-1 5 1,-4 3-23,-3 6 0,3 4-33,1 5 61,24 6-39,-1-12 34,27 0-23,-16-14 11,19-6 23,-9-9 11,4-9 34,-8-19-45,-14 13 61,-6-17 45,-12 21-11,-9-4 28,-13 3-101,-3 13-55,-1 3 21,2 17-16,8 8-28,-4 24 22,9-7-17,3 23 6,15-2 0,9 2-5,6-5 10,20-12 1,2-16-6,2-2-11,-2-16 0,0-4 11,-2-5-9,2-6 1,0-4-9,1-20 20,-12-1 0,-1-5-292,-5 0 1,-2-5 289,-2-2 1,0-5 0,-3 3-1220,-2 1 0,-1 1 1232,2-11 0,-3 2 30,-7 20 1,-2 3-63,-2-2 0,-2 0 147,-5-26-6,-7 15-61,-6 32-51,5 10-5,-8 25 5,3 14-11,3-1 0,1 3-106,1 10 1,2 3 63,-1 10 0,3 4 119,3-16 1,1 1-1,0-2-237,-1 12 1,3 0-356,4-6 0,2 3 0,2-6-299,4-4 0,3-1-792,2-3 1,3 2-1,0-6-1390,20 12-1317,-12-26 0,2-8 2179,10-15 2134,12-16 107,-8-6 3141,-17 1 1,-1-5 716,-2-1 1,-1-2-2449,-1 1 1,-2 1-511,12-25 2257,-18 19-1937,-11 16-710,0 5-510,-3 6-62,0 11-29,0 3 29,0 26-34,1-7 6,3 10 0,0 3-11,3 14-45,-1-13 1,0 1 35,-1-8 1,0-2 7,0 27-21,-2-18-18,-2 0 56,-1-26 23,0 1-34,-1-36 12,-5-30-18,4 17 1,0-4-636,-1-19 0,1 1 644,2 19 0,2 2 20,2-16 0,2 5-1,3 6 20,2 5 1,3-1-4,8-7-39,-4 14 0,3 0 1,21-9-18,8 11 6,-8 13 0,19 16-11,-22 16 5,12 18-1363,-34-6 1,-6 3 1368,-1 15-473,-15-12 0,-7-3 484,-13-3-94,-4-7 0,-5-1 80,2-8 1,-3-3-40,-14 3 0,-2-2-68,11-5 1,3-3-188,0-4 1,6-4-326,5-7-392,15-8 1014,33-20 0,-15 24 0,17-16 0</inkml:trace>
  <inkml:trace contextRef="#ctx0" brushRef="#br0" timeOffset="160579">28551 2656 21175,'4'-2'4095,"-1"0"-2762,-3 2-1238,-26 13-5,28 7-17,-12 19-45,32-6 5,17 16-25,-15-20 1,1 0-196,-1 0 1,0 1 178,2 3 0,-3 0-48,0 14-17,-14-14-28,-14-4-386,-19-11 0,-7-4-1049,-18 2-119,7-3 0,0-6-4064,-11-16 2151,18-3-2262,14-33 5830,15 14 1515,5-1 0,3-3 2666,5 4 1,2 0-2393,0 0 1,1-1-678,2 0 0,1 1 338,5-10-430,-4 12-382,-7 9-296,-3 11 64,-4 8-395,-9 22-44,0-1-617,-8 12 0,-5 5-4266,6-9 1,0 0 3708,-4 5 0,1-2 0,-2 4 1,16-25-1</inkml:trace>
  <inkml:trace contextRef="#ctx0" brushRef="#br0" timeOffset="160996">30098 2945 23092,'2'-41'244,"1"0"1,3 2 0,-7 14 1100,-15 34-1339,5 2 458,-11 33-711,10 0-184,4-8 0,2 1-833,5-3 1,3 0-3137,1 1 1,2-1 4399,5 20 0,-2-22 0,-4-17 0</inkml:trace>
  <inkml:trace contextRef="#ctx0" brushRef="#br0" timeOffset="161179">30254 2685 22084,'-7'-52'920,"-1"-1"0,2 7 1,-1 10-871,-1 19 15,4 15-418,3 17-626,8 19-1548,5 24-2389,-5-22 1,1 0 3199,5 22 1,-6-17 0,-5-29 0</inkml:trace>
  <inkml:trace contextRef="#ctx0" brushRef="#br0" timeOffset="161505">30556 2936 26306,'34'23'73,"-8"10"-54,-23 7 1,-5 5-25,0 12 89,-1 3 61,1-43 331,4-18-285,13-20 5,18-19-87,-8 12 0,5-1-590,5-2 1,3 0 564,5 1 0,-1 2-48,-8 7 0,0 2 31,10 2 1,-2 4 187,6 10-255,14 13-67,-26 26-420,-12 22-1431,-15-21 1,-4 0 1917,-4-1 0,-2-2 0,0 12 0,-3-20 0</inkml:trace>
  <inkml:trace contextRef="#ctx0" brushRef="#br0" timeOffset="163151">3457 4760 17176,'0'-3'4711,"0"1"-4372,-30-17 0,-10-3-2550,14 9 2326,-13-10 0,-2 2 966,16 17-873,-2 4 351,-8 11-357,-11 27-146,13-3-350,7-1 0,-1 4 319,9-9 1,1 1-26,-4 5 0,2 1 596,6-6 1,2-2-480,6 12-16,11-21 117,21-25-50,10-24-101,-10 3 1,2-4-493,4-6 0,0-2 495,1-4 0,-2-2 28,1-10 0,-4 0-70,-9 18 0,-2-1 14,0-13 1,-3 1 30,-1-6 680,1-5-624,-3 18-107,-5 23-16,-3 12-12,-3 13 12,2 15 5,3 33-22,0-5-43,-3-6 1,1 4-359,-2-1 0,0-1-403,0-7 1,1 0-237,2 14 1,3-1-3050,13 9 4236,-3-24 0,1-3 0,2 4 0,2-14 0</inkml:trace>
  <inkml:trace contextRef="#ctx0" brushRef="#br0" timeOffset="163558">3901 4572 17744,'-15'-60'1439,"1"1"1,0 6-1,0 4-773,1 13 1,1 4-230,-5-5-359,4 14 641,14 32-690,9 17-12,3 8 2,0-3 1,0 2-3,4 12-3,0 8 0,-1 3-657,-7-15 0,-2-1 646,4 9 0,-2 1 5,-6-4 0,-1-3 250,-1-11 1,-1 0-251,0 7 0,0-1 48,0 8 252,2-15 217,0-28-273,7-16-112,11-26-56,-6 11 0,0-2-51,13-25 3,-11 24 1,0 2 1241,0 4-1261,13-9 67,1 15-68,-5 4 1,18 11-17,-16 15-11,14 10 11,-14 1-17,5 10-5,-11-3 5,-5 21 17,-15-15-56,-29 16-207,-20-16-849,2-10 0,-3-1-558,14-7 1,1-2 1669,-15 2 0,6-3 0,17-6 0,1-2 0</inkml:trace>
  <inkml:trace contextRef="#ctx0" brushRef="#br0" timeOffset="165026">6693 4632 16465,'0'-11'3148,"-14"-36"0,-7-3-2890,0 26-163,-2-24 0,-5 8 252,-18 44-84,-5 16-179,16-3 0,1 4-421,0 5 0,3 5 354,1 3 0,3 3-14,5 2 0,3 3-12,5 1 1,5 2-23,4-1 0,6-1-22,7-1 0,6-3-12,5-3 1,7-5-1,8-5 1,5-6 19,7-3 1,3-8-240,6-5 1,2-7 300,2-6 0,-1-5-576,0-6 1,-3-5 580,-3-2 1,-4-4 27,-4-2 1,-4-1-81,-6 1 1,-3-1 141,-6 2 0,-4 1 213,5-22 56,-17 14 370,-20 13-561,-15 13-16,-18 18-11,-10 14-113,25-2 1,1 3-37,2 3 0,2 2 664,-9 27-700,21 10 11,16-22 1278,22 5-1284,13-28 0,20-4 11,-5-10 120,-7-10 1,1-7-96,-11-4 1,-2-3-9,4 4 1,-3-4 41,-5-12 0,-7 0 3,-11 5 39,-4-25 17,-21 23-5,-9-5-23,-10 8-12,-6 7-10,-3 9-28,-1 8-29,3 12-10,5 8-113,6 22-151,13 3-50,8 2-964,21 3-1630,14-10 2913,-2-15 0,1-1 0,4 3 0,4-8 0</inkml:trace>
  <inkml:trace contextRef="#ctx0" brushRef="#br0" timeOffset="165384">7619 4690 18459,'0'-6'4576,"0"1"-1607,0 5-2947,-1-24 6,0 45-22,0-24-3,-1 27 0,2 15-3,-1 17-6,0-21 0,1 0 3,-1-2 1,0-2 2,-1 22 5,0-16 130,1-18 22,2-19-85,6-20 57,10-35-84,-2 8-1638,1-2 1,0-1 1704,0 5 14,0 4 0,1 1 128,12-6-136,1 5-85,-3 12-5,-6 18-5,12 9-18,1 10-27,17 9-57,-11 13-176,-19-4 1,-2 1-222,3 14-757,-11-7 1,-4 2 1232,-7 23 0,1-18 0,-5-3 0</inkml:trace>
  <inkml:trace contextRef="#ctx0" brushRef="#br0" timeOffset="166000">8472 4800 20318,'-6'-44'1161,"0"0"0,0 0 0,-2-15 0,2 11-780,6 23 341,0 13-671,0 7 147,1 9-181,5 11 11,11 27-25,-5-11 0,1 3-9,0 3 0,-2 2-193,0 2 1,-3 0 184,-3-7 0,-3-2 325,1 17-305,-5-5 50,0-24 84,-1-5-62,2-10 29,-1-18 514,2-22-554,3-11-45,1 13 1,1 0 5,6-15 0,5 12 0,4 1-5,13-6-160,-8 14 1,2 2 130,21 0 6,-10 13-28,22 14-17,-19 15-5,9 4-267,-21 11 1,-4 3-1313,-2 2 872,-2 4 1,-2 2-2632,-6 8-1504,-2-3 4892,-1-4 0,-7-30 0,0-1 0</inkml:trace>
  <inkml:trace contextRef="#ctx0" brushRef="#br0" timeOffset="166350">9337 4701 25640,'11'20'146,"12"-4"-130,25-8-10,6-6 16,-1-9 6,-7-5-16,-16-3 88,-3-13 24,-17 5 21,-4-11 79,-21 0-129,0 13 90,-16-5-101,13 18 191,-32 1-231,24 10-10,-30 8-51,25 11-33,2 1-3796,8 27 3555,18-21-716,12 8 0,6 0 21,8-2-3930,12 4 1,1-1 4114,-5-10 0,12 9 1,-36-30-1</inkml:trace>
  <inkml:trace contextRef="#ctx0" brushRef="#br0" timeOffset="166776">10408 4718 25455,'-43'-1'169,"0"1"1,1-1-1,-19 3 1,6 8-117,20 14 0,5 6-22,3-1 0,3 1-9,6-1 1,4 0 44,0 14 22,37 6-16,14-25-59,-4-9 0,4-3-186,3-6 1,2-4 173,3-4 1,2-1-544,2-3 1,0-2 545,0-4 1,-1-1-6,-12 2 0,0-3-64,9-9 0,-2-6 97,-14-3 1,-4-2-20,4 2 0,-3-2 0,-8-1 0,-4-3 50,-6-10 1,-2-1-400,-2 6 0,-1-2 486,2-16 1,-2-1 30,-3 19 0,-1 3 239,-3-13 4,-7 15 800,3 26-1197,-2 2 145,2 46-179,5-10 6,-3 33-11,6-20-37,1 2 1,2 4-46,0-6 0,1 2-285,1 20 0,2 2-459,2-9 0,0-1-2324,2 2 1,1-3 3160,-1-6 0,1-5 0,3 11 0,-4-26 0</inkml:trace>
  <inkml:trace contextRef="#ctx0" brushRef="#br0" timeOffset="166933">10899 4852 23736,'-16'-43'356,"1"0"1,0 5-1,6 7 505,14 16-985,6 6-576,18 6 0,7 2-1269,0-1 0,1 2 1247,14-1 0,-2 1 1,10 0-1,-25 0 1</inkml:trace>
  <inkml:trace contextRef="#ctx0" brushRef="#br0" timeOffset="167677">13062 4767 15243,'11'-42'834,"0"1"1,0-1-1,4-12 1,-6 10 1970,-14 27-2732,-4 13 1342,-4 18-1370,-5 15-23,-2 16-22,5 9 668,7 4-673,15-4-12,14-6 11,18-10 6,12-13 17,8-12 5,-1-18 23,-5-12 17,-9-15 22,-12-8 101,-10-10-113,-12 16 113,-4-1 3059,-6 24-3216,-1 4-17,-2 15-6,-2 13 1,0 4 5,4 25-5,13-17 5,17 12-28,22-22 17,-17-15 0,3-3-213,5-3 1,0-4 209,1-1 1,-1-3 18,-3-3 1,-3-2 34,19-18 21,-21-6 12,-18-8-22,-21-4 39,-21-10-73,1 19 33,-14-6-5,10 25-72,8 4-7,1 7 608,12 16-804,0 9-313,1 12-470,8 9-780,18 5-2441,15 0-1524,3-10 4899,8-4 0,-34-22 0,-2-2 0</inkml:trace>
  <inkml:trace contextRef="#ctx0" brushRef="#br0" timeOffset="167860">14339 4673 20000,'0'-5'6077,"0"2"-4638,0 3-1321,-13-46-90,5 43-17,-13-27-45,9 60-100,3 12-236,8 8-520,9 4-3421,6-16 1,2-2-5116,4 5 8578,8 7 0,-23-42 0,-2-3 0</inkml:trace>
  <inkml:trace contextRef="#ctx0" brushRef="#br0" timeOffset="168042">14476 4423 23246,'-25'-43'722,"1"0"1,3 5 0,3 10-798,7 23-21,7 10-694,18 29-447,9 6 133,8 9-2633,-9-21 1,0 0 3736,9 9 0,-5-7 0,-11-14 0</inkml:trace>
  <inkml:trace contextRef="#ctx0" brushRef="#br0" timeOffset="168249">14898 4386 19339,'0'-11'2722,"-3"-28"0,-4-6-1148,-8 7-1364,5-6 0,-4 7-14,-21 34-135,8 35-44,1 12-1669,16 11 1,5 3 1637,1-25 0,3 2-57,1 9 0,2 5 0,1-3-720,4 3 1,2-3 409,0 1 0,2 0-2340,4 11 1,1-3 2720,-6-18 0,-1-2 0,9 25 0,-10-28 0</inkml:trace>
  <inkml:trace contextRef="#ctx0" brushRef="#br0" timeOffset="168725">14604 4869 23147,'13'-46'521,"-1"-1"0,1 1 0,6-18 0,6 13-549,22 21-17,-14 18 0,2 2 22,-5 2 1,2 1-26,19-3 1,-2 1 30,1-3 14,-1-2 1,-1-2 7,-14-2 26,-2-6 0,-3-2-3,-11 0 50,7-26 220,-19 17-114,-1 7 589,-3-1-314,-2 21-207,0-1-207,0 8 0,0 9-45,2 4 28,3 28 0,2 16-152,-1-4 0,0 3 121,-2-5 1,-1 1-856,1 10 1,-1-2 851,-3-22 0,1-2 12,1 6 0,1-4-6,1-4 84,3 2-28,-2-29 61,11-29-72,4-9-17,-3 4 0,0-2 6,12-17 52,-4 9 1,1 0-157,13-9 101,-16 19 0,1 1 1736,28-9-1750,-17 25-34,23 12-5,-26 11-130,-6 10 1,-2 6-616,3 14-460,-9-9 1,0 3 1226,-5-2 0,-3-2 0,3 5 0,-5-4 0</inkml:trace>
  <inkml:trace contextRef="#ctx0" brushRef="#br0" timeOffset="170996">17301 4925 21758,'7'-44'887,"-1"-1"1,1 1 0,3-21 0,-2 13-619,-2 30 51,-1-1-276,-2 20 18,3 13 22,4 19-53,-1 2 0,0 1-26,5 17 3,-5-11 1,-2-1 2,-3 9 0,-4 6-5,-4-13 100,-1-15 191,1-14-73,3-14-157,0-14-11,1-16 12,1-17-43,1 20 0,1-1-6,2-4 1,0 1 2,3-2 1,2 1-197,1 1 1,3 2 187,1 4 0,2 2-3,12-9-7,12 8-15,13 17 0,4 9 2,-22 7 1,-1 5 8,20 21-11,-31-9 0,-3 3 5,-2 1 1,-4 3-4,-3 1 1,-4 0 2,1 27 12,-14-7-17,-4-14 27,-3-13 35,3-12-1,5-11 358,3-12-397,1-4 36,7-32-30,4 8 11,11-19 6,3 16-29,4 11-16,0 12 5,4 10-10,-7 7-12,22 15-12,-11 4-21,18 13-12,-11 3-22,-1 1-45,-1-3-17,4-3 6,4-9 50,2-7 67,2-11 34,-13-5-22,14-18 56,-21 1 55,12-12 23,-18 7 51,-7 3-7,-9 10-111,-6 7-45,-5 6-11,-5 9 22,-4 9 0,-3 11-33,5 18 5,5-13 6,15 13-23,24-16 34,-5-6-6,-3-10 1,3-4 16,16-4 12,13-7 27,-7-11 29,-14-11 10,-16-12-10,-14-8 10,-18-7-10,-13-2-29,-13 3 23,-9 8-12,-6 13-53,12 20 1,0 4-14,-6 2-12,-10 12-50,32 9-124,6 7-156,2 10-163,17 3-330,15 2-527,19-5-716,15-5 488,-20-21 1,1-3 683,3-2 1,2-4 694,7-8 1,0-4 621,-11 1 0,-2-2-39,-2-2 0,-4-3 1486,6-19 7,-17 5-432,-1-10-314,-7 2-2999,-6 2 2193,-1 16 531,-2 3-721,0 15-131,-2 2-15,-1 20 34,1-2-1,-1 28 3365,3-4-3404,0 13-27,3 1-62,2 1 100,-1-22 40,2-5 50,-3-24 6,5-11-39,6-11 66,11-26-44,3-1-17,-11 17 1,0 0 27,11-13-61,-6 12-6,2 6-90,8 15 28,-9 5-22,8 9-173,-11 13-113,1 6-151,6 10-296,2 4-329,-7-18 1,2-1-1242,27 9 1206,5-6 200,-6-16 368,-13-8 0,1-3 758,0-4 1,-1-4 212,7 1 1,0-4 629,-4-9 1,-5-3-2883,-1-8 2690,-3-7 672,-20 7 251,-11-5-1041,-14 1-476,-6 8-1,-11 21 1,-3 5-101,-6 3-40,0 5 1,0 3-12,-6 17-36,18-2 0,2 4-8,-2 23-6,13 13-6,22-23-39,18 4 12,27-14 30,-23-16 0,1-2 1356,1-1 0,0-4-1286,4-8 0,-3-5 34,-3-3 162,11-21-5,-32-2 235,-10-20-320,-3 15 236,-13-11-308,9 34-84,-2-1-23,6 27 17,4 20 6,3 8 0,2 7-28,1 0 0,3 4-615,-2-7 1,2 3 0,-1-2 619,2 2 1,0 1-31,-2 1 1,0 4 0,-2-3-597,-1 5 0,-1-1 499,-1-3 1,-1 3-1,-3-4-253,-7 8 0,-6-6-121,-7-6 0,-3-6 280,2-11 0,-4-6-280,-8-3 0,-4-10-878,-1-16 0,-1-9 640,0 0 0,1-6 263,-5-14 0,7-6-143,13 0 1,8-1 207,6 7 0,7 0-471,21-21 0,10 2 1506,-10 26 0,5 1-609,13-11 1,9-4-1,-1 5-148,0 5 1,3 4 169,-3 0 1,4 0 0,-1 1 42,-5 7 1,-1 1 0,-1 1 48,9-4 0,1 1 226,-3 1 1,3-2 0,-3 0 804,7-9 0,-3 0-1597,4 1 0,-4-1 851,-14 4 1,-8-1 1722,-8-15-1677,-12 18 358,-18-20-654,-3 31 1222,-23-4-1134,-8 19-156,-4 12 877,0 3-945,20 8 1,3 3-17,-1 4 2,3 7 0,3 5 2020,9 10-2014,9-13 0,3-1-14,11 10 0,25 3 47,-10-32 1,3-4 47,27 11-36,-23-16 0,-1-6 87,14-13 50,-9-14 16,-6-11 7,-11-23-141,-15 23 1,-3 0 47,-3-1 0,-4 0-90,-3 2 1,-4 3 7,-19-9-49,0 14-113,-28 10-324,16 17-163,-10 4-226,7 37 0,30-27 1,-6 18-1</inkml:trace>
  <inkml:trace contextRef="#ctx0" brushRef="#br0" timeOffset="172283">21541 4895 22470,'7'-60'944,"0"1"1,2 9-1,-8 7-467,-33 6-18,-10 16-268,-8 5-119,0 10 4,16 13 0,0 5-15,-12 14-61,14-5 0,1 2-28,-4 22 11,16 2 29,18-4-35,23-6-5,6-12 25,11-13 1,3-5 13,9-3-425,9-8 0,2-6 428,-27-1 0,-1-3 11,13-7 1,-2-3 13,3-15 6,-23 4 0,-4-5-23,-11 9 0,-3-2-14,4-5 1,-3-2 13,-4-15 1,-4 0 2,0 16 0,-1 0 17,0-16 0,-2 2 25,2 18 1,-2 3 66,-3-11-112,3 21-38,0 21 32,2 22-16,-2 27-6,2-12 1,0 4 20,-2 7 1,0 2-98,-1 5 1,0 0-583,-1 1 1,0-1 304,1-1 1,1-1 89,-2-13 0,4-1-989,6 11 1,7-5-1807,16 0-109,-3-17 0,3-5-1005,18-13 2324,-6-18 0,-1-7 1854,11-19-123,-14 5 1,-4-3 2751,-13-1 1,-4-1-283,-3-4 0,-2-1-656,-1-1 1,-2 0-424,0 0 1,-1 0-379,0 4 1,-1 1 330,3-26-740,-3 22 863,-3 10-1008,-1 19-325,0 3 1007,2 27-985,3 17-22,-1-4 1,1 4-226,0 5 0,1 0 214,-1-6 0,-2 1 14,2 20 0,-2 0-153,-3-17 1,-1-1 135,0 14 1,-2 0-12,-1-18 0,0-4 31,-4 11 179,3-20-90,3-13-11,0-10 56,2-16 418,2-8-490,3-19-29,3 7 25,1 7 1,3 1 14,8-9-29,12-12-61,-3 24 818,4 11-801,18 13-23,-1 11-230,2 6 214,-5 13-1,-19 2 34,-4 10 6,-14-8-6,-37 18-5,2-25-17,-19 1 0,-8-2-15,13-13 1,-2-3-762,-18 4 0,0-2 728,20-5 0,2-4-409,-6-3 1,6-4-4188,7-6 3946,-3-8 0,29 12 1,3 5-1</inkml:trace>
  <inkml:trace contextRef="#ctx0" brushRef="#br0" timeOffset="172449">23007 4885 26015,'14'25'0,"-2"-6"0</inkml:trace>
  <inkml:trace contextRef="#ctx0" brushRef="#br0" timeOffset="177258">3353 3001 6378,'0'3'6131,"0"-1"-4463,0-2-713,77 35-1296,-35-24 721,-1 2 0,10 2 0,-1-4-950,9-7 0,4-5 705,-18 2 1,3 0-1,2-1 1,2 0-392,-3-1 1,2 0-1,1-1 1,2 0-1,0 0 338,-1 0 0,1 0 0,1 0 0,1-1 0,1 1 0,1-1 29,-3 0 0,2 0 1,0 0-1,1-1 0,1 1 1,0-1-1,1 1-208,-3 0 0,1 0 0,0-1 0,1 1 1,0 0-1,1-1 0,0 1 0,1 0 194,-5 0 0,1 0 0,1 0 1,-1 0-1,1 0 0,1 0 0,-1 0 1,0 0-1,1 0-124,1 0 0,1 1 1,-1-1-1,1 0 0,0 0 1,0 0-1,0 1 0,0-1 1,0 0 89,-1 0 0,0 1 0,0-1 0,-1 1 1,1-1-1,0 1 0,0-1 0,1 0 1,0 0-14,-2 1 1,2-1 0,0 0 0,1 0 0,0 0 0,-1-1 0,0 1 0,-3 0 0,-1 0 0,-2 1 52,3-1 1,-2 0 0,-2 0 0,-1 0 0,-1 0 0,2 0 0,1 0 3,8-1 1,3-1-1,1 1 1,-1-1-1,-1 0 1,-5 1-1,-5-1-3,4 0 0,-7-1 0,-2 1 0,2 0-65,6-2 1,2 1 0,-1 0 0,-3-1-65,6 0 0,-4 0 0,-2 1-3252,-9 1 0,-1 1 0,-6 0 3302,-2 0 1,-5 2 0,10 0 0,-38 2 0</inkml:trace>
  <inkml:trace contextRef="#ctx0" brushRef="#br0" timeOffset="178573">1886 7200 20610,'9'-58'1030,"-1"1"1,2 0 0,-8 23-1014,-12 45-62,-4 13-129,-2 22-159,8-16 0,1 2-773,2 5 1,2 0-1211,4 2 0,2-1 2316,5 2 0,2-3 0,2 5 0,3-11 0</inkml:trace>
  <inkml:trace contextRef="#ctx0" brushRef="#br0" timeOffset="178921">2189 6730 15967,'-4'-7'3842,"0"2"-3427,4 5-147,-75-11-61,45 28-145,-13-11 0,5 4 33,28 40-11,23-1 0,14-2-45,15-10 17,7-12-22,-10-12 156,14-16-5,-23-15 72,9-14 63,-23-10 130,-14-6-14,-19 2-142,-16 5-177,-3 14 7,6 14 1,-2 4-23,-6 2-94,-13 5-300,24 25 14,14-2-197,8 15-2961,24 17-4593,6-1 7344,-7-19 1,1-1-1,4 3 1,-10-17 0</inkml:trace>
  <inkml:trace contextRef="#ctx0" brushRef="#br0" timeOffset="179540">2508 7047 21252,'0'-7'3376,"0"2"-2828,0 5 109,0 0-456,-9-27-569,6 45 373,-6-13 368,9 51-615,4 1 211,2-4-15,1-3-227,-3-20 270,1-8 442,-3-23-42,4-11-525,4-15 453,7-12 71,4-9-2,6-2-2,4 2-14,4 8 37,2 12-301,0 13 88,-5 20-186,-3 16-226,-10 4-124,1 31-27,-9-13 181,-4-11 0,1 1-255,7 17-100,5-5-63,6-10 250,5-14 285,6-14 227,7-21 108,1-16-281,-22 8 1,-3-3 249,-1-4 1,-4-1-22,-3-2 1,-4-2 43,-2-7 1,-4 0 39,-4-15-118,-2 20 0,-2 2 185,-6-1-223,-1 1-201,3 15-412,4 10 22,3 6 216,2 9 145,5 11 249,10 18-297,17 19 76,2-12 1,2-1-113,-9-12 0,1 1 163,17 11 0,1-1-369,-17-15 0,-1 0 242,3 4 0,-1 2-103,-9-3 1,-4 1-335,-5 21-326,-32-8-783,-27-10-232,12-20 1,-2-4-1224,4-2 0,0-3 3123,-5-1 1,3-2-1,7 0 1,2-1-1</inkml:trace>
  <inkml:trace contextRef="#ctx0" brushRef="#br0" timeOffset="179778">3699 6688 20737,'0'-4'2938,"0"0"-1321,0 4-1375,7 68-1075,0-28 807,-1-3 1,2 8-1,0-2-47,4 3 0,1-1-529,3 14 0,2 2 227,-1-2 0,1 2-265,-3-17 0,0 2 0,-1-4 36,1 2 1,0-2-2089,4 9 1,0-5 1963,-3-8 1,-2-8 0,-9-15 0</inkml:trace>
  <inkml:trace contextRef="#ctx0" brushRef="#br0" timeOffset="180696">3819 7326 16795,'-19'-49'1135,"0"0"1,-1 3-1,3 7 722,6 20-1855,2 3 582,23 8-523,42 3-38,-3 3-207,-2-1 1,3 1 168,-12 0 0,0-1 45,9-1 0,1-1-29,3-2 1,-3-2 187,-14 2 0,-3-2 514,-1-1 1,-6-1-350,-5-3 143,-16-4-224,-19 8-134,-15-1 132,-14 7 109,-8 9-351,8 1 8,-4 14 762,13 5-826,-3 19-49,17-4 133,14 5-120,14-19-151,19-1-16,5-12 41,15-1 20,11-15 36,-12-9 233,-5-4 138,-15-12 115,-12-5-128,-5 6 201,-8-16-238,-8 23-211,0-2-46,-3 13-104,3 10 154,-6 19-55,5 7 28,0 17-20,7-12 47,10 8 38,15-2-43,10-2 72,4-5-315,-6-20 1,3-5 175,22-4 63,-23-2 0,0-3 20,-1-7 1,-1-4 45,15-18-3,-17 0 0,-5-6-9,-7 1 1,-5-3-1330,-2-13 0,-5-1 1273,-6 13 1,-3-1 37,-3-1 0,-2-4 0,0 3-320,-2 1 0,-2 1 322,-2-16 0,-2 2 13,3 23 1,0 5-4,-6-9-33,3 19-44,5 13 342,1 20-274,3 13 0,2 7-21,1 10 1,2 2 744,-1 5 1,5 5-743,6 1 0,5 5 1,1-7-391,-2-10 1,2 0 397,6 9 1,3 6 0,1-8 1,3-7 0,4-5-9,0-5 0,5 0 1,-2-3 5,0-2 0,3-5 8,22-1 1,-2-11 3,-10-16-7,1-16 1,-2-10 2,-25 1 1,-5-5-293,10-16 0,-5-6 292,-12-1 1,-6-1-227,-3-6 0,-3 0 215,0 12 0,-1 0 18,-3 7 0,-1-2 0,-1 4 159,-5 0 0,-1 2-157,1-3 0,-1 3 114,-21-12-86,15 36 522,0 2-590,7 17 1477,5 7-1482,-3 44 28,8-23 0,0 3 169,0 19 0,3 5-231,4 2 1,2-1 2,-1-10 0,3 2-223,5-1 0,3 3 0,2-3-315,6 1 1,2-1-582,0-3 1,2 2-1,2-4-1850,12 3 1,0-5 2516,-4-9 0,-3-4 0,11 4 0,-24-20 0</inkml:trace>
  <inkml:trace contextRef="#ctx0" brushRef="#br0" timeOffset="181654">6405 7177 18358,'-5'0'4621,"0"0"-3529,5 0-403,-62 0-504,46 0 17,-27-2-169,61 0-5,21-1 0,8-1-17,-7 1 1,2 1-389,-1-1 1,4 0 0,-1 0 364,15 0 1,-2-1 14,0-1 0,-2 0-6,-14 0 0,-1 0 3,6-3 0,-3-1 17,-4-5 17,4-6 6,-41 0-21,-12 5 49,-33-11 28,3 9 55,4 1 0,0 1 0,-7-3 135,-13-9-52,25 8 1085,-3-2-1181,11 7-77,10 6-61,7 6-22,5 2 117,1 0 18,3 0-31,0 2-32,4 1 22,-2 0-28,-1 1 9,0-1-24,3 3-98,4 2-45,6 5 6,4 2-11,9 9 51,-9-7-5,7 7-1,-15-11 52,1 1 32,-7-6-17,-4-5 27,-2-2-4,-1 0-18,-5-5 16,1 0-22,-4-4 34,4 2-52,1 0 2,2 2 13,0 2-16,1 0 40,-2 2-1,0-1 297,-2 0 315,-1 1 59,0-1 29,2 1 80,-1 0 74,4-1-470,-1-2-420,-2-3-261,-2-4-269,-9-10 61,3 7 100,-14-16-114,12 18 65,-6-8 472,7 7 280,5 3-61,0 1-84,5 5-276,2 2 8,11 4 401,8 5-132,16 9-27,6 10-18,3 11-46,-5 9-82,-21-21 0,-1 1-168,-1 2 0,-2 0 107,14 27-447,-5-3 47,-4-4-92,-7-4-224,-6-2-1063,-16-1 1795,-20 1 1,12-19 0,-8-3-1</inkml:trace>
  <inkml:trace contextRef="#ctx0" brushRef="#br0" timeOffset="182796">9517 7267 19547,'2'-40'1427,"0"0"0,0 4 0,-1 8-821,-1 20-316,0 5-193,4 23-115,-2-3-1606,4 21 0,1 4 1633,0-3 13,-1 3 0,0 0-18,-2 4 25,-1 8 14,-5-12 311,0-14 297,-2-13-124,1-18 3036,1-16-3428,1-16 30,1-13-49,3-10 11,5-4-84,-1 31 0,2 0-35,16-24-44,-1 17 146,24 5 77,-10 21-25,22 3-48,-9 20-142,1 13-179,-1 14 12,-27-14 1,-3 1-166,11 19-367,-17-7 1,-4 1-1126,-3 15 263,-3-16 0,-2 1-4365,-1 10 5914,6-12 1,-4-18 0,3-10 0</inkml:trace>
  <inkml:trace contextRef="#ctx0" brushRef="#br0" timeOffset="183274">10275 7400 20082,'12'-46'1663,"0"1"0,-1 4 0,-3 8-1351,-5 14-287,-2 9-82,2 13 45,3 14 27,10 32-57,-2-7-36,-2-3 0,0 1-156,-4-8 1,-2-1 223,2 0 1,-1 3 16,-1 24 1,-1-2-35,-1-3 24,-1-2 1,0-2 51,0-14 166,1-2-74,-1-18 35,1-22-57,-3-15-63,-1-19-21,-11-15-26,3 22 1,-2 0 59,-10-24-59,4 7 0,0-1-528,6 14 0,1 0 538,-4-17 0,2 0-25,4 14 1,3 1-20,1 4 1,4 1 31,11-23 40,18 7 39,4 18-27,7 15 0,5 4-221,-10 8 0,0 2 156,16 2 1,0 5-6,-14 5 0,-4 6-9,-7 4 1,-5 5-1275,-8 8 0,-7 1 1240,-6 13-1472,-19 8 1475,-10-28 1,-7-4-108,2-3 0,-4-2 155,-15 8 0,-3-4-3,8-8 0,0-4-33,6-2 0,1-4-316,-18-7 172,26-3-3372,28-16-2771,27 2-885,2-2 7209,7 7 1,-21 11 0,-4 3 0</inkml:trace>
  <inkml:trace contextRef="#ctx0" brushRef="#br0" timeOffset="183828">10982 7016 25767,'5'55'-239,"1"-1"1,0-2 0,2-6-85,8-3 247,-4-2 372,-10-6-47,-10-13-165,-3-6 138,-9-13-269,-5-15 124,5 2 35,-7-22-68,18 12 15,7-18 0,4-3-48,5 5-6,0-1 1,4 1 34,15 3-18,5 4-16,10-3-1,18 8-5,-18 12 0,22 8 207,-19 16-459,12 9 392,-4 13-96,-26-11 1,-2 3 28,7 18-48,-8-1-15,-22-5-3219,-19-6 3007,3-7 54,-23-4 25,23-17 376,-12-9-242,16-9 65,-3-23-8,8-1-41,2-2 135,19-7-65,-2 24 28,26-19 4,5 18-63,-2 7 1,3 2 1497,-14 5 1,2 1-1488,17-1 0,0 4-29,-17 6 0,-2 3-8,6 3 0,0 3-46,-6 4 1,-3 4-178,8 29-449,-22 13-179,-17-23 0,-6 0-2029,-5 3 1,-2 0 2173,-2-3 0,1-3 0,-8 10 0,13-20 0</inkml:trace>
  <inkml:trace contextRef="#ctx0" brushRef="#br0" timeOffset="184255">13467 7251 20873,'15'-43'941,"1"-1"0,-1 0 0,5-10 1,-6 9-784,-10 20-104,-4 19-46,0 15 13,0 12-56,0 34-201,4 5-894,-2-19 1,1 1 338,4 15-924,-2-21 0,1-1-8116,6 12 8871,-1-4 1,-4-19 0,-4-18 0</inkml:trace>
  <inkml:trace contextRef="#ctx0" brushRef="#br0" timeOffset="184596">13782 6749 23969,'-55'-6'141,"12"11"-74,49 43-219,8-4 46,3-15 113,11-3 195,5-17-50,1-10-13,2-12 61,-16-16-162,-8 3 706,-16-19-455,-10 12-133,-5-6 138,-15 8 30,18 18 19,-13-1-22,12 22 70,-1 11-692,3 6-2377,8 8 1,1 1 2709,1 12 0,0 7 1,4-30-1</inkml:trace>
  <inkml:trace contextRef="#ctx0" brushRef="#br0" timeOffset="185829">15202 7304 19518,'2'-45'1065,"0"0"1,-1 0-1,2-16 1,-2 10-506,-2 25-297,0 6-184,1 4-57,5 15 319,5 14-290,7 16-3,4 16-59,0 9 5,-12-24 0,-1 1 1,2 30 5,-6-4 22,-9-12-214,-3-12 301,-3-16 33,0-13-41,3-17-40,3-12 30,2-15-19,7-11-16,9-8-33,3 12 13,3 13 1,3 1-9,12-6-26,-10 12 1,2 2 14,17-1-17,-2 12 103,-2 11 1,-1 12-17,-9 2-50,13 22-10,-16-2-33,8 16-5,-15-3-48,-6 0-137,-8 0 69,-3-13-28,-5 0 107,2-19 38,-2-1 11,3-17-12,5-8 14,2-11 16,5-6-29,2-3 27,0 3-3404,3 3 3365,-6 13 16,3 2 93,-3 11 32,9 0 1,9 4-2289,7 3 2241,5 6 2265,-1 4-2329,-2 14 28,-14-9-218,-2 17-160,-12-9-377,0 11-848,2-1 1683,3-1-7971,8-5 6988,1-9 0,-7-11 0,-7-7 0</inkml:trace>
  <inkml:trace contextRef="#ctx0" brushRef="#br0" timeOffset="187896">16472 7323 20884,'32'-45'791,"1"0"1,-2 2 0,-11 7-367,-21 22-128,-1-2 89,-4 1-55,0 6-180,-2 3-72,-2 4-46,-6 11 46,-6 9-62,-5 10-3387,-4 18 3370,12-11 0,3 14 6,18-17 11,14 3 11,15-5-11,18-8 16,10-9 6,2-8 40,-3-12 56,-9-6 44,-11-11 11,-13-5 6,-15-18-145,-9 13 72,-14-17-11,-4 20 3375,-9-6-3425,-3 8-34,-3 8-11,-10 11-29,13 9 12,-6 7-100,0 26 10,19-11-112,2 8 1,5 1 5,11-2-253,15 25-38,11-19-6,19 3 333,-17-23 1,4-4 94,15-5 1,1-5-700,-14 0 1,-1-3 799,15-6 1,-4-4 103,1-12 19,-20 4 1,-3-2 142,2-16 1,-12-6-158,-16 19 259,-8-3-281,3 17-5,-4-3-118,7 12 1541,0 13-1552,3 7 103,1 17-92,3-6-11,5 12 17,3 0 5,-2 4-5,-1-10 27,-6-12 6,-2-17 454,0-2-347,2-17-101,4-4-1,9-15 7,11-1-29,-1 8 34,15-3-33,9 10-40,6 5-341,-22 9 1,0 4 329,10 6-3258,14 18 3208,-30-6-107,19 19-190,-15 1 196,-5-6-374,-3-4 1,-1-1 171,1-5-67,15 12-347,-5-19 0,3-5 470,23 2 156,-11-5 1,-1-2 190,8-8 107,4-13 3007,-20-5-2862,-12 0 1,-1-2 156,8-23-182,-19 19 1,-2-2 254,-5-15-303,-11 13 505,-20 7-477,-35 19-737,7 5 539,7 7 0,-1 5-14,10 5 0,2 4 392,2 3 1,2 4-404,4-2 0,7 2-1,12 22 51,25-16-28,5-12-3042,22-4 3047,-14-10 519,27-2-333,-12-8 7,-16-3 1,0-4 59,12-10-34,-6-12-11,-21 5 45,-9 7-112,-4 5-113,-3 11-27,-7 35-12,1 14-22,1-3 0,-1 5 0,3 5 0,1-1-6,0-8 1,1 2-12,1 4 0,2 5 1,-1-6-178,1-8 1,0 2 162,1 10 0,-1 12 1,1 1-1,-1-11-701,-1-3 1,-1-2 693,1 8 1,-1 6 0,-5-5-154,-10-3 1,-6-8 137,5-18 1,-1-2 41,-3 11 0,-5-12-169,-32-43 29,31-3 0,0-4 1114,-6-4 1,0-3-1326,-5-14 1,1-7-699,16 11 1,2-3 0,1 2 745,-7-10 1,6-3-319,13-1 1,6-6 0,8 9 505,12 9 1,7 3-58,0 3 0,3-2 0,2 4 114,0 8 0,2 4 0,1 1 43,1 0 0,0 0 0,1 1 29,0 0 1,0 1 0,1-1 33,-1 1 0,1-1 1,-2 2 1,7-5 0,0-1 121,-5 2 1,2-2 0,-5 3-38,-9 5 0,-1-1 329,21-17 0,-4-1 321,-16 6 265,1-12-484,-24 23 2154,-10 5-2529,-6 8 1039,-2 3-1123,-8 6 193,-6 16-265,-2 6-12,-5 21 28,13 3 0,9 5-33,8-11 50,27 16-45,-4-30-11,5-3 0,6-1 22,0-10 1,2-3 21,-1 0 1,0-3 19,4-1 1,-2-5 120,8-12 11,-13-10-28,-12-12-39,-16-7-39,-14-7-51,-5 7 53,-1 8 1,-2 0 30,3 5 0,0 1-78,0-2 0,0 1 134,-13-20-78,21 24-56,2 2-56,7 9-17,8 6 0,11 7-12,14 7-4,16 6-1,-10-3 0,3 0 31,-1-2 0,-1 0-233,1 0 0,1-2 227,1-2 1,-1-1-9,24-1 25,-25-2 0,0-1 14,-1-1 1,-3 0-12,8-2 33,-4-1 29,-30 1-34,-1 1-23,-10 1 12,-6 0-6,-6 5 461,-7 4-483,4 4-6,-2 17 28,12-3 23,2 11-23,16-4-22,8-3 11,14-2 0,6-7 11,7-6 23,1-8 22,-3-6 39,-6-8 0,-9-7 17,-12-9-62,-10-5-33,-9 3-28,-7-1 58,-13 3 1,-6 1 19,-15-11-33,7 6 0,-2 2 5,-9-2-22,14 8-180,16 9-83,11 7 67,7 5-499,10 12-695,12 8-1299,14 11-4715,12 5 7387,-2-6 0,-17-13 0,-13-9 0</inkml:trace>
  <inkml:trace contextRef="#ctx0" brushRef="#br0" timeOffset="188342">20031 7401 23259,'2'-49'722,"0"0"1,0 9 0,-3 6-527,-8 12-168,1 16-17,1 6-11,-1 10 12,-3 10 16,3 12-12,3 11 12,6 8-16,8 6-24,-2-26 1,3 0-1702,8 9 1,1-2 1672,10 13-10,-7-15 0,-2-2-118,-3 3-96,-3 4-123,-19-15-380,-13-13-510,-15-19-157,-13-20 935,18 4 0,1-4 1928,-1-4 0,2-3-1431,5-1 1,4-2 24,7 1 0,6-2 80,8 3 1,6 0 143,3 2 1,3 2 86,1 2 0,1 3 252,13-17-161,-8 14-196,-7 11-155,-7 10 57,-9 20-91,-6-1-6,-22 39-51,9-22-62,-2 2 1,0 1-724,-6 15 160,12-17 1,1 1-2727,-3 29 3367,14-5 0,3-25 0,6-9 0</inkml:trace>
  <inkml:trace contextRef="#ctx0" brushRef="#br0" timeOffset="188731">20413 7428 24750,'-21'-15'327,"15"8"-257,31 26-7,15-2-32,-3-6 57,26-8-22,-24-13 6,14-10 17,-25-11 34,-12-7 34,-9-5 61,-9 0 113,-10 0-242,1 15 51,-11 1-56,6 18-50,-7 1-34,-1 11 11,-2 13-5,1 16-23,2 16 39,8 13-33,10-26 0,2 0-180,4 3 0,4 1-167,7 8 0,4 0-354,3-6 1,2-3-40,2-1 1,2-3-4166,5-6 1,0-5 4007,3-1 1,0-2 0,-23-15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5:03:29.5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1881 2512 18341,'-9'-47'1477,"1"0"0,0 3 0,2 18-1449,6 45 0,4 20-28,-2-1 0,0 4-796,0 1 0,0 1 734,-1 12 0,-1 1 14,-1-19 1,-2 0-46,-1 7 1,-3-1 235,-9 15-124,7-27 1,-2-1 171,-9 9 105,4-20-49,2-20-51,5-15-17,3-13 1055,4 1-1133,16-15-101,9 15-33,23-13-419,-15 25 0,1 2 401,25-9-64,-5 5 1,2 0 30,-15 4 0,1-2 11,2-1 0,4-2 0,-4 1 50,-5 1 1,-3 0 2,10-7 1,-4 0 70,-2-7 77,-1-6 63,-17 3 44,-11 5 28,-9 5 45,-4 3 1075,-1 4-1002,1 5-241,1 4-191,2 5 12,1 10 62,4 12-7,4 19-27,2 16-253,-5-23 1,-1 2 187,0 2 1,-2 2-132,-1 0 0,0 1-351,-1 0 1,0 1-765,1-4 0,0-2-4576,9 24 5898,12-20 0,-9-20 0,5-10 0</inkml:trace>
  <inkml:trace contextRef="#ctx0" brushRef="#br0" timeOffset="810">2900 2831 14422,'19'-40'1426,"0"-1"1,1 0 0,5-6 0,-8 6-553,-14 9 116,-13 25-721,-8 9 136,-8 15-271,-1 16-33,6 13-17,10 6-39,17-1-6,13-8 6,15-9-6,8-12 0,5-10 118,3-9-113,-2-13 24,-4-10 38,-7-11 129,-9-23-84,-15 4-3090,-15-12 3012,-7 23 62,-15-2-275,-3 14 302,-9 1-44,-2 10-79,10 9-39,-7 12-33,16 10 3238,-4 14-3322,15 10 297,12 9-662,13 3-313,16-3 260,-9-27 1,3-4-209,4-4 0,1-3 216,3-2 1,1-4 212,7-9 1,-1-2 330,14-5 109,-19-3 0,-4-4 389,6-12 247,3-9 162,-12 2 403,-11 2-615,-10 14-472,-5 6-21,-6 12-186,0 6-27,-1 8 264,0 9-253,5 19-12,2-9-5,10 16-17,4-15 12,10 4-12,14-1 23,-11-14 22,17-2 34,-17-14 46,7-8 32,-3-8 0,-2-14 129,-4-15-119,-12 13-3211,-5-11 3168,-12 29-35,-4-2-67,-4 16-15,-5 13-74,6 5 22,1 5 24,23 4-1,-3-17 27,40 5-5,-10-14 23,10-3-42,-2-6 3507,-16-5-3354,2-6 107,-9-13-106,-16-1-62,-6-1 45,-13-2-29,-5 6-49,-7-5-12,0 6-263,3 7-432,6 10-195,4 9 879,7 14 0,-2-7 0,3 6 0</inkml:trace>
  <inkml:trace contextRef="#ctx0" brushRef="#br0" timeOffset="1225">5970 2462 13322,'-2'-10'3909,"0"3"-849,2 7-2925,0 0 898,-42 12-1151,41 34-59,-14-11 1,3 4-348,22 16 0,8 1-148,-7-8 0,0-1-3104,0 14 1,-3-2 3775,-4-18 0,-2-3 0,0-4 0,-1-3 0,-1 4 0</inkml:trace>
  <inkml:trace contextRef="#ctx0" brushRef="#br0" timeOffset="1684">5729 3001 10246,'-4'-52'1632,"1"-1"0,0 9 0,1 6 1203,0 11-2975,3 16 1302,9 9-1184,19 9-73,25 6 2,-15-4 0,1 0 245,-5 0 0,2-1-274,4-1 1,4 0 0,-2-1 687,4-1 0,0-2-589,-3-1 1,3 1 0,-3-3 41,6-4 1,-3-2-63,-7-2 1,-4-3 333,18-12 96,-24-2-168,-16 5 777,-13-3-839,-6 13 1420,-17-2-1369,-2 16 189,-12 10-358,5 12-39,6 8 0,11-4-23,10 15 23,15-16 0,2 5 23,20-12-12,20-12 39,2-3 42,-22-8 1,-1-2 215,7-9-145,-16-2 374,-11-9 228,-11-10-370,-8-3-97,-11-7-118,-11 10 75,-4 5-7,2 7-13,9 10-475,3 7-459,11 12-3077,0 10 3807,7 6 0,1-6 0,2-8 0</inkml:trace>
  <inkml:trace contextRef="#ctx0" brushRef="#br0" timeOffset="2168">8208 2694 22365,'-39'-23'259,"1"0"0,-1 0 0,-15-8 0,3 12-220,18 22 0,3 8-4917,-21 21 4878,25-8 1436,14 21-1436,28-8 11,18 11 197,-5-22 0,5-2-234,7 1 1,3-2 8,5-1 1,1 0 2,-1-2 0,-1 0-9,-5-1 1,-3 1 5,-9-2 0,-5 1 176,5 17-154,-23-9 64,-39 6 179,-12-19 1226,7-4 0,-2-3-1418,0-8 1,1-2-52,-23-5-1119,16-10 1,3-5-6609,-4-18 7741,15 14 1,5 0 0,6-4-1,13 15 1</inkml:trace>
  <inkml:trace contextRef="#ctx0" brushRef="#br0" timeOffset="2874">8581 2447 25545,'15'52'26,"-1"0"1,1-1 0,1 4-1,-1-1-84,-3-5 0,-1 3 1,-1-8-1141,3 17 988,-2-5 0,-1-1-541,3 5 182,-7-25 1,0 0-545,1 16-214,-5-18 736,-9-19 451,-2-23 504,-3-16 683,1-33-536,4 14-10,3 8 1,1-1 579,-1-10-179,-3-6-342,-1 12-336,-1 14-280,2 11-91,3 9 97,15 8 359,17 7-143,27 4-66,-17-5 1,4-1 12,1-1 0,5-2 0,-4 0-1340,-2 1 1,-1-2 1477,13-1 0,-4-2 162,-10-5 42,-9-4-156,2-9 38,-18 3-258,-5-1 68,-16 1 2913,0 9-3232,-14-2 236,-8 10 30,-11 10-3455,-7 18 3353,16-4 57,6 17-44,22-15 136,10 6-167,16-6-114,18-6-25,16-9 104,-24-8 0,0-3 1727,2-2 1,-2-2-1714,-1-2 1,-2-1 109,19-14 182,-16-5 103,-20-14-240,-23 2-285,-7 2-77,-27 6 215,-3 14 225,-16 3-9,3 10-23,6 14 181,23-2-270,12 20-53,21-15-1603,20 14-3169,17-12 4764,-5-6 0,-1-2 0,6 1 1,2-4-1</inkml:trace>
  <inkml:trace contextRef="#ctx0" brushRef="#br0" timeOffset="3518">9673 2779 30089,'-16'-40'-553,"1"0"0,-2 1 1,9 14-63,18 26 1223,26 17-512,-2-2-83,7 10 1,2 2-949,-3 3 901,-4-2 0,-1 3-1706,-16-3 1,-4-1 1721,12 18-66,-19-8 1,-6-2-284,-19 0 381,-5 2 37,-2-25 701,6-18-588,3-13 3274,4-10-3391,4-27 43,8 15-76,15-20-115,11 26 15,16-3-232,-9 22 0,1 3 157,16-1-558,-5 7 0,-2 4 143,-5 3-2307,4 3 1,-1 1-621,-7 2 236,0 1 1,0 0 3244,1-4 4802,10 0 869,-19-8-3428,-10 0 979,-5-1-1355,-9 4 368,-8 0-1361,-1 2 714,-13 5-408,7 0-1137,-10 12-21,13-3 0,6 5 0,21-6 0,5-8 0,25-5 0,1-9 0,13-5 0,-29-1 0,-2-2 0,10-15 0,-11-8 0,-22 11 0,-17-1 0,-8 12 0,-21 4 0,11 11 0,-19 23 0,28-2-171,-9 26-18,20-6-9,8-5 1,4 0-150,7-2 1,3-1-1628,11 9 0,3-3-1045,-3-10 1,2-2 2916,6 2 1,-1-4 0,-6-4 0,0-1 0</inkml:trace>
  <inkml:trace contextRef="#ctx0" brushRef="#br0" timeOffset="4074">886 3742 17946,'-42'-10'-146,"-1"-1"1,1 1-1,-8-3 1,4 2-334,10 1 0,4 3-177,-4 6 1557,15 8-884,-1 25 722,18-1 63,24 18-298,10-26 0,9-3-776,2-5 0,5-2 0,2-1 393,-5-1 0,2-2 1,6 0-376,-1-3 1,7 0 0,5 0 0,0-1 0,-1-1 0,-6 1 285,0-1 0,-5-1 1,2 0-1,9 0-193,-12-1 0,6 0 0,4 0 0,4 0 0,2 0 0,1 1 0,0-2 0,-1 1 0,-3 0 0,-4-1 180,1 0 1,-2 0 0,-3 0-1,0-1 1,0 1 0,2-1-1,1 0 1,4 1-106,-8-1 0,2 1 1,2-1-1,1 1 1,2-1-1,0 1 1,1-1-1,-1 1 1,1-1-1,-1 0 1,-1 1-1,-1-1 101,2 0 1,0 0 0,-1 0 0,0 0 0,0 0 0,0-1-1,-1 1 1,1 0 0,0-1 0,1 1 0,0-1-39,3 1 1,-1-1-1,1 1 1,0-1-1,1 0 1,-1 0-1,1 1 1,0-1-1,0 0 1,0 0-1,0-1 43,-3 1 0,-1 0 0,1 0 0,0 0 0,0-1 0,1 1 0,-1 0 1,1-1-1,-1 1 0,1-1 0,0 0 0,-1 1 3,3-1 1,-1 0 0,2 0 0,-1 0 0,1-1 0,0 1-1,-1 0 1,0-1 0,-1 1 0,0 0 0,-2-1 0,0 1-10,1 0 1,-1-1-1,-2 1 1,-1 0-1,-1-1 1,1 1-1,1-1 1,2 1 0,1-1-1,3 0 9,-8 0 0,1 0 0,2 0 0,1 0 0,2 0 1,1 0-1,0 0 0,0-1 0,1 1 0,-1-1 1,-1 1-1,-1-1 0,-1 1 0,-2 0 0,-1 0-13,5-1 0,-1 0 0,-3 1 1,-1 0-1,0-1 0,-1 1 0,0-1 1,2 1-1,1-1 0,1 0 0,3 1-9,-8-1 0,1 1 1,2-1-1,1 1 1,2-1-1,0 0 1,1 1-1,0-1 1,0 0-1,-1 0 1,0 0-1,-1 1 0,-2-1 1,-1 0-1,-1 1 1,-4 0-6,12-1 1,-3 0 0,-3 0-1,-1 0 1,-1 1 0,0-1-1,0 1 1,1-1 0,2 0-1,3 0-30,-4 0 0,3 0 0,2-1 0,2 1 0,0-1 0,1 1 0,0-1 0,-1 1 0,-1-1 0,-3 1 0,-1 0 0,-4 0 0,-4 0-50,10 0 0,-6 0 0,-4 0 0,-1 0 0,0 0 0,5 0 0,5-1 84,-8 1 0,4-1 0,5 0 0,3-1 0,1 0 0,2 0 0,-1 1 0,-1-1 0,-2 0 0,-4 1 0,-4 0 0,-5 0 0,-8 1 0,16-1 0,-11 1 0,-3-1 0,6 0 0,2 0 0,0-1 0,-1 0 0,1 1 0,0-1 0,0 1 0</inkml:trace>
  <inkml:trace contextRef="#ctx0" brushRef="#br0" timeOffset="5808">12605 2830 19641,'6'-59'1126,"-1"0"0,-3 2 0,-4 4-855,-6 16 1,-3 3-48,-2 1 0,-2 2 101,-20-18-113,-8 17-66,-11 18-894,20 15 1,-2 6 794,-6 4 1,-1 4-12,-4 5 1,1 8-29,12 5 0,0 9 1,2 1-1,7-3-5,5 4 0,4 1 2,-6 4 1,-2 3 0,20-12 10,30-18 1,11-10-43,-4-7 0,1-6 43,13-2 0,2-5 11,2-5 0,0-4-214,0-6 1,-3-5 227,-4-4 0,-5-4 11,-5-1 1,-5-6-1346,-4-14 1,-6-2 1302,-8 19 0,-2-1 8,-2-20 1,-3 0 54,-3 25 1,-1 1-39,0-6 1,0 2 362,-3-16-287,-1 24 522,-2 17-620,-1 19 3299,-3 14-3215,0 19-34,1 21-53,7-23 0,2 3-2,4 4 1,2 2-33,3 3 0,4 0-34,1 1 1,5 1-123,8 6 1,3-4 49,-10-15 0,3-4-33,13 5 0,4-7 42,-10-18 0,3-6 73,8 1 0,2-5 74,0-6 0,0-6 53,-1-4 0,-2-5 22,-3-5 0,-3-4 19,-5-2 1,-3-2-8,-6-1 0,-3-1-96,-4 2 1,-4 1 174,1-23-75,-16 13-161,-4 17 62,-43 17-16,23 12 29,-4 2 0,-1 5 45,-4 14-23,-3 9-9,16 4-15,14 1 9,18-2-16,14-3-108,17-7 21,7-8 651,1-10-548,-6-11 151,-7-20-78,-14 3 255,-3-19-250,-12 8 4,0-8 26,-4-2-145,-1 14-13,-1 2-100,1 19-53,0 3 68,-1 10 112,-1 17-16,3 4 104,18 26-100,-4-25 15,29 12 55,16-31 65,-26-11 0,2-2-272,0-2 0,0-4 332,2-8 1,-3-4-182,-6-1 1,-1-2-59,5-6 1,-2-5 44,0-13 1,-5-4-4,-6 0 1,-5 0-398,0 0 1,-4-2 334,-5-2 0,-3 0-46,-2 14 1,-2 0-157,-3-11 1,-2 4 337,-5-10 53,-13 12 35,14 36 352,-11 10 390,8 17 314,-5 19-1005,12 1 1,2 2-66,2-9 0,1 1-94,5 23 0,4 4 136,1-13 0,3 1-489,1 1 0,1 4 0,1-3-556,0 1 1,1-1 205,-1-6 0,1 2 0,0-7-397,-1-8 0,-1-4-197,2 4 0,0-3-2307,3 4 3536,-8-23 1,-7-6 0,-2-8 0</inkml:trace>
  <inkml:trace contextRef="#ctx0" brushRef="#br0" timeOffset="6299">13817 2572 21653,'-34'-34'198,"1"0"0,0 0 0,0-6 1,1 7 1143,-27 9-1662,44 21 1244,1 0-1015,15 8 374,17 5-308,12 1 0,6 0-740,23 5 1153,-12-9 0,8 0 0,-6-2-290,-11-2 0,0-2-94,14 0 1,8-1 0,-9-1-24,-18 0 0,-2-2 21,24-3 1,1-3 214,-12-4 1,-4-1-38,18-5-96,-24 7 0,-5-2 374,-17 2-335,-7-1-17,-26-4-48,-14 7 28,-27 3-87,11 9 13,19 3 1,1 2 11,-16 17-31,10-2 49,11 20 3,27-15-80,5 5 920,19-5-929,4-16 1,3-4-50,10 6 55,-4-8 0,-2-5-26,-10-6 186,19-18-103,-20-3 37,4-6 103,-13-3 144,-6 4-155,-4 2-41,0 6-129,-6 16-75,1 6 161,-5 21-29,2-4-154,-1 19 0,-1 5-83,1 0 50,1-4 1,0 3-1019,1-1 0,0-1-1238,0 11 2404,6 0 1,0-3 0,-2-19-1,8 8 1</inkml:trace>
  <inkml:trace contextRef="#ctx0" brushRef="#br0" timeOffset="6775">12274 3519 17977,'-51'7'508,"0"1"1,-1-1-1,-7 1 1,4 0 168,14 0 1,7-1-101,3 1-173,-2 3 189,37-5-33,34-3-389,2-2 0,7-2-1142,-1-1 1,4-2 0,2 1 1009,-1-1 0,2 0 0,1-1 1,-1 0-26,-5 1 0,-2-1 0,2 1 0,4-1 4,4-1 1,6 1 0,3-2-1,0 1 1,-3 1 0,-5 0-362,-4 0 0,-5 1 0,0 0 0,9-1 341,-6 1 1,8 0-1,4-1 1,2 0 0,1 0-1,-1 0 1,-4 0-1,-5 1-380,4-1 1,-4 1-1,-2-1 1,0 1-1,5-1 378,-5 1 1,3 0 0,1-1 0,1 0 0,0 0 0,-3 1 0,-2-1-10,5-1 1,-3 1 0,-1-1-1,-2 0 1,0 1-113,6-2 0,-2 1 1,0-1-1,0 1-125,1-1 1,1 1 0,-2-1 0,-5 2-677,-6 0 0,-3 0 0,-1 1 926,24-2 0,-12 1 0,-27 4 0,-17 0 0</inkml:trace>
  <inkml:trace contextRef="#ctx0" brushRef="#br0" timeOffset="7375">15557 2328 13568,'-5'-2'3579,"1"0"1359,4 2-4831,-39-44 485,28 33-519,-30-27 310,35 50-327,-3 9 899,-2 9-894,5-6 12,5-2 129,14-11 27,12-7-50,16-8-42,-11-3 1,2-4 44,-3-3 0,0-2 93,20-18-79,-23-1-73,-28 9-56,-14 6-22,-10 6-45,-3 7-11,6 6-79,-5 14-235,13 6-470,-4 17-1249,11 6-5916,4 9 7305,4-5 0,0-16 0,0-13 0</inkml:trace>
  <inkml:trace contextRef="#ctx0" brushRef="#br0" timeOffset="7665">15585 2571 21452,'21'32'173,"-1"1"1,-1-3 0,0-9 1165,15-18-1036,-10-4 379,-8-5-550,-8 1 457,-4-12-305,-3 2 131,-9-14-292,1 13 707,-11-6-718,4 13-117,-4 1-202,-1 6-1457,-2 14 1664,-8 14 0,13-9 0,-2 4 0</inkml:trace>
  <inkml:trace contextRef="#ctx0" brushRef="#br0" timeOffset="11666">3459 5451 21987,'22'-51'544,"0"22"-426,-7 70-17,-3 9-17,-6 5 5,-9 0-44,-2-15 263,-12 5 174,5-25 16,-5 1-195,6-24-158,3-14-10,2-17 21,4-14 1,8-11 22,7-2-89,-2 26 0,1 1-51,5-10-5,10-6-34,-5 29 6,12-1-18,14 9 18,13 6-3,-27 8 0,0 2-194,1 3 1,-1 2 167,-3 3 1,-2 3 5,18 19 34,-15 4-23,-16-3 6,-9-4 62,-8-9 151,-2-9 22,1-8 241,0-13-420,2-10 17,5-12 5,2-4-44,1 7 67,5-4-90,-7 19-22,2-1-1,-1 14 24,9 8 10,13 5-11,13 7 6,-4-3-34,-8-5 0,0 0-61,11 6-96,15 7-234,-19-4-377,-6-1-486,-5-1 425,-9-5-2061,12-3 952,-4-10 729,19-4 811,4-8 398,3-5 281,-2-2 318,-11 2 342,-13 2 102,-11 5-282,-9 4-268,-4 3 3439,-1 2-3607,0-1-28,0-2-44,0 0-40,0-1-61,0 1-46,1-4 1,0-1 16,2-4 29,0-2-7,0 0 1,-1 0 39,-1 4-84,0 2 101,-1 4-129,-1 2-56,1 2-6,-4 5 18,-4 7-1,-4 11-6,-2 10 1,5 5-12,5 3-16,14-4 16,11-3 6,14-9 6,16-7-9,-12-12 0,0-3 3,17-1 6,-16-4 0,-1-4 16,1-9 34,2-7 11,-18-5-11,-15-5 0,-20-4-11,-15-2-1694,2 14 1,-3 1 1671,-12-8 7,12 12 1,0 2-3,-12 0-39,1 5 0,6 7-168,1 30-79,17 1-252,-4 25-1215,27 7 695,2-18 1111,22 14-8130,3-25 8049,5-1 0,-12-12 0,-13-10 0</inkml:trace>
  <inkml:trace contextRef="#ctx0" brushRef="#br0" timeOffset="12633">5698 5411 22660,'15'-42'913,"0"-1"0,-2 3 0,-11 9-403,-36 23-247,-8 6-179,-5 7 22,-7 16-44,9 7-54,11 0 1,2 2-9,-6 15-11,4 5-6,32-17-17,26-7 23,11-6 22,24-5-11,-12-16 23,13-13-1,-17-9-5,-2-3-6,-5-15 34,-18 1 5,-2-21-144,-12 26 1,-1-2 154,-2-14 1,-1 1-26,0 15 1,0 1 69,-1-12 1,0 4 167,-2 6 68,-2-2-269,2 21-101,0 8-12,2 17 278,1 2-249,1 23-12,3 11-13,-1-12 0,0 2-34,2 4 0,1 3-802,4 11 1,1-1 750,-3-15 1,2-2-172,5 12 1,7-4-276,3-20 0,3-4 376,1-1 1,1-3 123,0-2 0,1-6-40,26-14 169,-6-18 72,-22 6 1,-2-2-7,16-17 175,-10-7 118,-18 18 71,-2-2-256,-6 12 100,-7 8-168,-12 9 1089,-3 8-1218,-8 12-28,9-2 287,4 10-309,8-14 5,9 8 6,1-12-16,30 4 21,-1-15 12,7 0 61,6-26-38,-31 12-7,6-17 51,-23 10 0,-16-9-28,-5 1-39,-7 4 22,-6 12 40,-1 13-68,5 3 0,-6 15-5,16 18 10,4 9-16,8 16-3,16-26 1,3-1 7,8 13-13,4-15 0,3-4 8,7-1-3,9-5 0,3-2-267,5-3 284,9-5 0,0-5-2,-7-10 2,6-9 0,2-7-522,-27 2 0,-1-4 511,16-13 0,-3-5-1,-11-3 1,-5-4 2,-11 10 1,-2-2 0,-1 1-591,1-12 1,-2-2 585,-6-3 1,-2-3 0,-2 5 15,-2 11 0,-4 1 35,-4-12 0,-4-4 1,-1 9 15,-10-4 97,-6 10 0,-3 6 9,2 17-101,-10 1-68,22 21 222,6 10-222,5 42-5,3-19 0,0 2 137,-1 6 1,2 4-220,2 6 0,1 6 0,1-2-314,-1-12 1,1-2-1,1 4-31,0 1 0,0 4 0,1 1 0,0-4-2850,1 5 0,1-2 0,0-3 2446,0 6 1,0-6-1,-2-14 1,-2-7 0,-2-12-1</inkml:trace>
  <inkml:trace contextRef="#ctx0" brushRef="#br0" timeOffset="13899">8601 4861 12892,'-8'1'7707,"1"0"-6582,7-1-374,0 0-476,-47 1-225,37 0-44,-23 0-113,69-3-81,-1 0 1,4 0-381,14 0 1,5 0 287,-2 2 0,3 0 0,-2 1-397,3 0 0,-2 0 630,-7 2 0,1-1 1,-9 2-27,6 6 84,-14 5 123,-56 3 1,-17 2-1,1-2 1,-2 0-1460,-16 5 0,-2 0 1414,14-6 1,1-1 100,-1 2 1,1-1-58,2 1 0,-1 0 54,-5 3 1,1 0 286,11-4 0,4 0-446,-6 11 34,31-9-1,30-6-41,10-9 0,6-4 2,10-7 0,1-3 1296,-5 2 1,-2-2-1280,5-8 1,-7-2 744,-12-4-649,3-19-3155,-27-17 3070,-5 11 84,-11 3 1,-4 1 212,-7-6-221,8 21 0,1 0 462,-6-14-77,11 17 169,2 0-400,14 8-185,8 11-67,5 4 3398,12 13-3421,-1 11-72,-7 3 0,-2 4-141,-4 0 1,-2 2-421,1 11 1,-4 1-1025,-3 20 1652,-10-15 0,-2-3 0,-1-11 0,-2 16 0</inkml:trace>
  <inkml:trace contextRef="#ctx0" brushRef="#br0" timeOffset="14559">11194 5002 19680,'-34'-36'741,"1"0"1,-1 0 0,1 4-1,0 1 1,-1 10-479,-7 13 1,0 8-102,1 1 0,1 3-112,5 2 1,2 3-12,-12 16-16,22 8-12,23 7 17,22 5-25,-2-19 0,4-2-327,23 15 301,1-10 1,2-2 5,-13-8 0,1-1 6,16 8 0,-1-1-3,-15-6 0,-5-1 14,13 8 17,-21 0 28,-36-6-34,-5-4 0,-40-2 11,13-11 1,-3-2-888,-3-1 0,-1-1 834,0 1 1,0-2-281,-4-2 0,5-2-947,-4-3-2949,-6-4-307,43 2 4514,22-1 0,-2 7 0,4 0 0</inkml:trace>
  <inkml:trace contextRef="#ctx0" brushRef="#br0" timeOffset="15257">11492 4776 23545,'7'-39'798,"0"0"0,5-22-776,-15 73 6,6 30-28,2-5-20,4 0 1,2 3-434,1-8 0,1 0 388,5 10 1,1 1-68,0 0 1,1-1-82,-1-3 0,-1 0-70,-2-3 1,-1-3 108,2 15-1854,-17 4 169,-21-27 671,-17 2 992,-11-25 571,-2-16 265,8-12 211,13-8 190,13-6-503,10 8 454,5-8 133,10-1-593,9-7-470,0 10 598,14 4-688,-1 19 0,18 0-28,13 7 28,-7 4 0,-19 4 0,0-1-11,18 1 39,-19-1 0,-1-1 61,10-1 29,-12-5-45,-23 2 61,-9-3 68,-7 0 380,-6-3-100,2 3-79,2 4-156,7 3-124,3 2-95,8 2 0,17 16-6,8 7 0,-9-4 1,-1 3-6,10 12-14,-12-4 0,-3 2 8,1 13 6,2 11 11,-14-20 56,-8 0-12,-7-20 40,-5 4 0,-3-33 17,4-14 45,10-19 50,18-12-321,0 24 0,4 0 175,7-1 0,4 2-25,4 0 1,3 4-38,2 2 1,2 4-460,2 4 0,0 4-120,-1 4 0,0 3-3655,-2 4 0,-2 3 4246,22 6 0,-27 0 0,-18-2 0</inkml:trace>
  <inkml:trace contextRef="#ctx0" brushRef="#br0" timeOffset="16783">12920 5201 20554,'6'-49'1435,"-1"-1"1,0 6 0,0 10-1139,-4 23-230,1 12 6,-1 6 62,0 19-1,-1 8-16,-3 26-96,3-17 6,-3 15 23,12-28 16,9 0 11,17-12 51,12-16-37,-12-11 1,0-6-542,-6 0 1,-1-2 504,0-2 0,-2-2 140,6-25 0,-17 3-67,-9 11 0,-1-1-51,-2-11 45,-8-7 45,-5 28-157,1 7-251,-1 8 1224,7 12-1343,0 12 110,2 0-1393,12 29 561,0-17-3630,10 3 1,5 0 4710,8-1 0,4 2 0,-20-22 0</inkml:trace>
  <inkml:trace contextRef="#ctx0" brushRef="#br0" timeOffset="17234">14029 5026 18224,'1'-5'4162,"-1"1"-1726,0 4-1983,-83-42-4558,39 42 4124,-7-18 1,1 5 42,3 47 739,12 5-796,11-3 1,2 4 2,6-3 1,2 0-12,1 0 1,3 1-12,3-2 0,6-2-31,25 24 45,-6-32 0,6-3-9,13-1 1,7-7-5,-2-11 0,3-6 0,-1-1-478,4-1 0,0-2 488,11-3 0,-1-5-3,-15-3 1,-2-3-248,0-1 1,0-4 261,-5 1 1,1-4-1,-4 0-9,6-10 0,-5-3 11,-1-9 1,-6 0 2,-13 16 0,-5-1 39,0-22 0,-5 0 25,-4 19 1,-2 0 52,-1-14 1,-3 0 1136,0 18 1,-3 3-1034,-5-11 430,-3 8-576,10 23 1183,0 7-1255,6 24 803,3 7-832,2 12 4,2-1 0,1 6-65,-1 9 0,-1 3-923,-1-11 1,1 1 0,-2-1 880,1 14 0,0-3-291,-2-2 0,0-2-595,2-13 0,2-1-850,2 5 0,1-1-2742,8 14 4593,4-16 0,-14-28 0,1-2 0</inkml:trace>
  <inkml:trace contextRef="#ctx0" brushRef="#br0" timeOffset="17674">14446 5207 15123,'-6'-6'5926,"0"2"-3694,6 4-1649,0 0-595,12-57-33,21 45 1,8 1-1,-3-21 0,4 0-90,-1 22 0,5 7 0,-2 0 101,8-4 1,-4 0 215,-12 1 0,-1-1-185,1-3 0,-3-3 37,-1-4 827,6-10-777,-26 14-6,-6 2 51,-6 10 592,-1 0-558,-4 6 16,-5 7-56,-3 10-72,0 12-46,4-4 18,7 21-7,13-16-10,13 14 11,14-18 22,12-8-5,-7-10 122,18-13-77,-31-5 75,-1-7 0,-1-4 238,1-25-286,0 2-11,-15-4 90,-14 5-157,-3 14 11,-12-16-95,3 26-190,-4 1-196,8 11-421,5 10-1176,7 7-4206,12 5 6245,4-1 0,-3-9 0,-6-4 0</inkml:trace>
  <inkml:trace contextRef="#ctx0" brushRef="#br0" timeOffset="17983">15700 4945 21192,'0'-3'4095,"0"1"-3311,0 2-750,1 9-29,3 3-10,7 24-34,6 7-45,2 14-722,-6 5 733,-6-13-11,-15 14 129,-3-32 67,-8 4 135,2-42-169,8-5 12,5-18-29,9 6 85,12-15-88,1 12 1,3-1-70,1 0 0,2 1 116,7-3 0,2 3-273,-5 9 0,1 4-830,27-7-1469,-5 12-5218,-6 6 7685,-12 5 0,-15-1 0,-9 2 0</inkml:trace>
  <inkml:trace contextRef="#ctx0" brushRef="#br0" timeOffset="18300">16217 5015 19764,'3'2'3199,"0"-1"-186,-3-1-2890,8 22-22,3-10-11,13 16 16,5-20-16,9-5-40,4-9 6,1-7 22,-3-11 23,-8-7 17,-11-5-23,-10-2-11,-12 3 22,-12 7 46,-11 11 21,-7 8-10,-4 9-40,1 10-73,1 9-27,8 2-1,-5 31-89,16-4-85,4-12 1,4 2-752,7-2 0,4-1-2800,5 1 1,4 0 3702,3-5 0,1-3 0,7 9 0,-7-19 0</inkml:trace>
  <inkml:trace contextRef="#ctx0" brushRef="#br0" timeOffset="18874">18170 4778 25444,'-49'13'39,"-1"0"0,1 0 0,-15-1 1,15 6-63,31 26 23,28-13 0,17 4 12,25-11-1,-8-15 0,2-4-6,-12-3 1,0-2-363,17-3 1,-3-3 401,-6-6-1350,-8-6 1,-3-2 1416,-10-1 78,4-25-55,-34 18-40,-13-5-17,-17 7-33,-16 10-28,24 11 0,-1 3-45,-4 3 0,2 3-118,-15 5-22,12 4-64,25 7-1180,16 1-2660,15 6 4072,23 3 0,-17-14 0,7-2 0</inkml:trace>
  <inkml:trace contextRef="#ctx0" brushRef="#br0" timeOffset="19183">18725 4675 26133,'20'-10'39,"24"34"-45,-24-1 1,0 5-439,13 13 1,-1 1 406,-14-13 1,-2 1-6,3 5 0,-2 2 31,-8-1 0,-5-2 304,-13 12-237,-21-13-17,-3-23 57,-10-19 238,16-20-211,8-12-78,13-5 17,28-13-65,-3 32 0,3 1-342,8-7 0,5 2 93,4 2 0,2 5-1373,2 4 0,1 4 1625,-6 5 0,-2 2 0,8 2 0,-21 5 0</inkml:trace>
  <inkml:trace contextRef="#ctx0" brushRef="#br0" timeOffset="19866">20887 4308 17052,'4'-56'1307,"1"1"0,-2 8 0,0 9 445,-2 18-1533,-3 23 471,1 24-611,-2 28-60,4-15 1,1 2-209,-1-4 1,2 1 199,4 13 0,1 2 14,0-10 1,1-2-21,-2 1 1,1 2 2,0 14 1,-3 0 13,-7-17 1,-2 0 19,0 4 0,-3-2 587,-17 9-388,-2-40-56,3-24-17,2-20 0,7-20-98,10 19 0,2-2-6,4-3 1,4-1-12,2 1 0,3 1-11,3 2 0,3 3 8,19-21-50,3 15 12,-7 17-46,26 6 12,-6 15 16,-21 0 0,2 3-16,16 10 0,-3 3 469,3 6-514,0 6 0,-5 5 489,-16 8-439,-15-11 1,-7 0 16,-21 8-26,-26-9 1,-10-4-628,7-9 0,-4-3 625,3 0 0,-4 0 0,2-3-42,-12-1 0,3-4-59,8-5 0,4-3-275,10-3 1,6-5-1378,-4-21-1535,36-14-910,11 17 0,5 0 3939,4 2 0,1 3 1,13-9-1,-14 16 1</inkml:trace>
  <inkml:trace contextRef="#ctx0" brushRef="#br0" timeOffset="20832">21638 4504 8416,'1'10'9533,"0"-3"-8546,-1-7 541,-8 65-363,6-43-543,-3 15 0,2-5 845,4-25-498,5-7-644,9-12-157,9-10-5,7-14-18,1-14-466,-16 19 1,-3-3 356,1-4 0,-2-2-2,1-4 0,-2 0-4,1-2 1,-1 2-14,-2 11 0,-1 0 51,2-6 1,-2 4 143,-2 1-77,1-4-113,-6 27-33,-5 11 5,-7 15 738,-8 17-721,-6 22-9,13-20 1,1 2-239,3 5 0,2 1 227,2 1 1,3 1-1,3-2 1,4 0-3,2-4 0,3-2-3,4-5 0,3-3 0,4-4 0,4-4-14,3-4 0,4-4 2,2-3 1,2-4 17,1-4 0,0-5 8,-1-3 0,0-4 11,-4-4 0,-2-4-3,-3-2 1,-2-2-1,-5-3 1,-1-1 35,9-25 18,-10 9-17,-8 15-56,-8 15 5,-8 14 6,-4 14 538,-5 11-533,2 11-5,5 6 0,13 0-5,9-3 10,16-4-16,11-8 5,7-9 18,-8-9 38,10-12-5,-21-11-12,10-9 12,-17-12 11,-7-8-11,-8-9-17,-5-2-17,-5 2-11,-1 13-67,-1 15-252,1 13-157,2 7 173,3 6-1226,17 13-397,8 5 575,7 4-2306,10 6-3255,7-3 4347,1-1 2643,6-4 2062,-18-11 1713,-11-4 152,-13-3-1227,-8-1-1007,-7-2 463,-1 0-1186,0-1-796,4-1-174,10-4-44,13-6 33,12-8 6,3-5 22,-5-8-3386,-10-19 3330,-15 14 34,-7-17 11,-13 25-39,0 2 117,-19 8-140,12 12 51,-20 10-34,10 14 3370,-8 18-3414,2 14-23,18-20 0,3 1-45,-3 21-627,20-6 0,7-2-376,6-3-2886,8 0 0,5-4 3962,9-11 0,-5-3 0,-16-13 0</inkml:trace>
  <inkml:trace contextRef="#ctx0" brushRef="#br0" timeOffset="21524">23734 4709 23517,'-1'-53'909,"1"-1"0,-3 5 1,3 17-793,4 31-66,8 44-37,-5-14 0,1 4-489,5 16 0,-1 4 466,1-1 1,-1 3-613,-4-6 0,-1 2 1,-1-3 594,1 3 1,-2 0-28,-2-3 1,-1 3 0,-2-4-540,-2-3 1,-2-3 523,0 5 1,-3-1 19,-1-10 1,-4-5-14,-25 3 555,7-23-477,-19-28 5,13-23-3,13 10 1,1-4 697,2-7 1,3-5-694,6 3 1,3-5-1,1 3 90,-1-4 1,3-2-97,5 2 1,2-4 0,3 2-10,3 6 1,3 2-1,0 2-4,1-12 1,3-1-4,0 10 0,3-3 0,2 5-8,8-3 1,2 5 5,-6 6 0,3 1-6,13-4 1,5 7-288,-11 18 0,2 5 282,21-1 0,1 5 0,-19 2 0,1 4-37,19 10 0,-6 9-52,-11 16 83,-15-15 0,-6 2-5,-12 27 22,-29-13 0,-27 4-6,1-22 0,-3-4-117,13-5 1,-2-3-30,-15 2 1,0-4-739,-5-7-957,-2-7 1847,23-8 0,19 5 0,14-1 0</inkml:trace>
  <inkml:trace contextRef="#ctx0" brushRef="#br0" timeOffset="22041">24417 4224 18576,'4'-2'3569,"0"0"-1990,-4 2-1293,87 59-247,-52-32-1445,1 0 0,7 5 0,-9-4 1412,-7 1 864,8 17-847,-23-17 50,-6 5 50,-20-9 78,-22-6-117,5-10 17,-8-4 302,10-14 3410,11-8-3606,2-8-112,23-7-50,22-1-22,5 5-23,-4 9 0,4 2-282,5 0 1,1 1 278,-1 0 1,-1 0 4,4-1 1,-4 1-70,5-4 84,-19 5 28,-10-1 72,-9 1-55,-2 3 179,-2-6 534,-1 9-535,0-1-144,0 5 150,1 3-235,-1 1 12,1 5-6,-1 1-1,-2 14-10,-1 10-17,-3 17-12,1-13 1,1 2-79,-2 26 6,0-2-678,14-4 252,-2-30-3848,16 16 4369,-9-30 0,1 1 0,-8-10 0</inkml:trace>
  <inkml:trace contextRef="#ctx0" brushRef="#br0" timeOffset="22215">25210 3954 22968,'-11'45'-8195,"3"-9"6780,27 12 0,-12-30 0,1 0 0</inkml:trace>
  <inkml:trace contextRef="#ctx0" brushRef="#br0" timeOffset="22808">25403 4262 25651,'18'-26'191,"-1"15"-163,-10 52-17,0-9 17,3 24-23,-4-19-27,0 7 22,-2-14 11,0-2 56,-3-19 353,3 1-324,-1-14-24,7-9 12,3-10 12,9-13 27,2-8-11,2 0-28,0 6-39,-1 12-29,2 10 7,6 9-23,-5 7 0,11 10-6,-6 6 12,20 13-6,-5-3-195,-19-11 0,1-2 201,24 4 5,5-8-11,-11-7 14,-13-11 0,-1-2-3,-2-6 11,-2-6 1,-2-6 22,-7-15-28,1-10-12,-17 10 1,-4-2-6,-3 11 0,-2-2 58,-3-25 1,-1 1-244,2 26 0,-2 2 272,-2-8 0,0 4 120,-1 8-72,0 3-107,5 14-56,1 10 372,3 14-350,0 18-10,4 28-4,2-17 0,1 5-508,2 8 1,1 2 395,2 5 1,-1 0-495,1 1 0,0 0 307,1-4 0,1-2-306,0-6 0,3-1-1036,2-8 1,1-2-3256,1-7 1,0-5 3839,8 8 1,-9-17 0,-13-15 0</inkml:trace>
  <inkml:trace contextRef="#ctx0" brushRef="#br0" timeOffset="22984">26196 4205 21607,'-40'-43'578,"0"1"1,8 2 0,17 10-651,57 25-63,8 2-1676,8 6 1,6 3 281,-15-2 0,1 0-1006,10 2 1,-1 1 2534,-11-2 0,-7-1 0,-9-1 0,-4 0 0</inkml:trace>
  <inkml:trace contextRef="#ctx0" brushRef="#br0" timeOffset="23565">28142 4216 24956,'-55'-18'280,"3"17"-272,27 23 1,4 9-6,3-4 0,5 2 2,7 4 1,6 1 5,16 17-8,2-23 0,4-3 2,19-1-239,-8-12 0,2-4 284,28-3-8,-25-5 1,0-4 94,-2-7 0,-3-5 65,9-23-135,-14-6 34,-25-14 5,-14 4-8,-2 15 0,-2 1-31,-9-13-1565,-1 20 1,-2 4 1525,3 12-50,-22-3-73,19 22-432,-8 19-459,13 10-1383,9 21-392,17-11 2823,11 4 1,-5-27 0,0-2 0</inkml:trace>
  <inkml:trace contextRef="#ctx0" brushRef="#br0" timeOffset="23927">29130 3997 22066,'-22'-40'1187,"0"0"1,1 3 0,2 14-1143,2 27 11,-5 25-34,1 25-1885,11-16 0,0 6 0,0-1 1877,0 4 0,0 4-23,3-2 1,0 8 0,0 0 0,1-7-34,1 3 0,0 0-62,0-4 0,-1 6 0,0 2 1,1-3-682,0-4 0,0-1 0,1-1 0,-1-1 236,0 6 0,0-2 0,-1 4-1909,0 1 0,-1 6 1,-2-3-1,-1-8-63,-4-2 1,-4-5 2520,-7 14 0,-4-8 0,-16-14 1498,12-39 1,1-10 3587,-3-28-3137,13 2 1,4-4-1211,8 7 1,6-3 202,8-8 1,7-6 0,0 5 88,0 8 0,4 0-848,5-1 0,6-5 1,2 1-1,1 6 590,15-4 1,4 6-791,-2 1 0,4 0 0,0 4-101,-5 10 1,1 4 0,1 1-429,-1 2 1,1 1 0,-2 2-852,9-2 1,-2 2 1396,2-1 0,-10 3 0,-21 6 0,-7 0 0</inkml:trace>
  <inkml:trace contextRef="#ctx0" brushRef="#br0" timeOffset="25449">4335 7274 18285,'-7'-47'958,"0"-1"0,0 1 0,-1-17 0,-4 10-84,-13 15-292,-8 10-207,-15 3-84,-11 22-210,27 12 1,-1 5-49,0 8 1,1 5-601,1 7 1,3 4 560,2 4 0,4 3-5,3 1 0,3 2-9,4-3 1,4 1 143,2-5 0,5-1-146,5-6 0,4-3 5,19 14 45,18-21-17,13-24 45,-7-23 0,-1-11-14,-10 6 0,-2-5-433,-3 1 1,0-3-1,-4-1 469,0-8 1,-4-2 5,-3-2 0,-2-3-28,-2-2 0,-3-3-13,-5 11 0,-1-2 0,-2 3-10,1-3 1,-1 1 33,-3 3 1,1-1-1,-3 5-25,0-14 115,-2-9 621,-4 39-851,-1 12 40,0 13 44,-2 17 0,0 21-11,1-6 0,0 4 252,0 10 0,1 2-289,0 6 1,1 2 10,2 2 1,3-1-25,0-2 0,5 0-74,7 4 1,4-4 78,-5-21 0,2-3 14,7 0 0,1-8 15,4-17 106,12-20-73,0-16 0,0-3-146,-15 7 0,-2-3 213,8-21 20,-13 14 0,-3-2 98,4-17-79,-9 8 67,-8 24-162,-4 17 754,-1 3-821,-9 26 33,3-5-44,-6 32 11,10-9 11,10 10 0,12-7 17,26-7 11,-9-16 381,24-5-336,-15-17-6,11-8 34,-4-12-12,-7-12 45,-21 7 1,-3-3 61,7-23-101,-7 0 73,-15 2-33,-5 13-7,-6-10-94,1 14-68,-1 10-83,3 14-1042,4 6-645,22 21 1832,31 16 0,-19-9 0,13 3 0</inkml:trace>
  <inkml:trace contextRef="#ctx0" brushRef="#br0" timeOffset="26291">6027 6797 21991,'-40'-12'250,"-1"-1"1,1 1-1,-14-3 1,5 9-229,14 16 1,4 6-9,2 2 0,3 3-31,-6 17 973,1 15-1029,21-19 1,5 1-91,5 24 395,8-3-596,20-16-207,13-19 139,-2-11 1,5-4 232,8-9 1,0-5-636,-7 3 0,-1-3 834,-2-6 0,-2-3 68,14-15 60,-24 10 1,0-2 47,-2 0 1,-1 1 47,16-21 131,-19 2-137,-17 22 326,-1-19-393,-9 24 129,-4-9 90,-2 11 1512,1 3-1848,2 3 961,5 6-2032,0 1-4603,4 4 5640,2-1 0,-1 1 0,0-3 0</inkml:trace>
  <inkml:trace contextRef="#ctx0" brushRef="#br0" timeOffset="26841">5079 6933 21422,'0'-48'2033,"-2"8"-1624,-11 27-11,-8-2-309,6 5 91,-10-2-40,7 7-12,-8 1-94,8 4 5,-7 8 23,-1 14-51,4-2 0,-8 17-33,12-7-12,-1 9-78,6 3-291,5 2-969,8-2-650,3-10 2022,10 3 0,-6-23 0,3 4 0</inkml:trace>
  <inkml:trace contextRef="#ctx0" brushRef="#br0" timeOffset="27709">5264 6909 9251,'-8'-7'6884,"2"2"-5081,6 5 1978,0 0-3288,-15-33-168,6 20-213,-10-22 174,6 27-40,-1 1-168,1 0 225,-9-1-208,11 5 62,-15-3-23,6 5-22,-15-1-95,11 1 33,-8 4-27,15-1-12,-2 3-50,5 0-152,3 3-234,2 2-1228,0 8-1920,5-2 2725,2 6 0,2-13 0,0-1 0</inkml:trace>
  <inkml:trace contextRef="#ctx0" brushRef="#br0" timeOffset="28540">6353 6803 9964,'1'-6'7751,"-1"2"-2175,0 4-5495,1-55-106,0 42 61,-2-32 196,-7 83-149,1-5-6,0 1 0,-2 2 96,-4 22-255,5-21 1,-1 2 121,3 5 0,0-1-12,-1 12 1,13 6 309,15-39 186,7-6-297,3-13 100,11-23-183,-13-4 0,0-3-108,-5 6 0,1-2 79,9-12 1,-2-3 15,-13 6 1,-3-1-168,-1 0 1,-2 0 60,-3-4 0,-3 3-3241,-2-7 3244,-7 2-6,-4 18-140,0 3-251,-1 8-107,4 14-23,1 11-1035,0 12-1622,2 26 3156,3-9 0,-1-5 0,0-22 0</inkml:trace>
  <inkml:trace contextRef="#ctx0" brushRef="#br0" timeOffset="30207">6944 6949 24857,'4'-39'-135,"0"10"163,9 72-22,-7-16 302,4 35-296,-14-14-19,-7 14 19,-7-7 22,-4-11 334,6-18-66,8-17-148,5-13 25,9-28-117,0 7 50,13-35-6,1 7-265,-6 17 1,1-1 183,0 1 0,1 0 14,4-3 1,0 2-35,7-11 1,-6 22 0,0 3-18,11 3 7,11 3-29,1 11-22,-2 16 45,-4 12-28,-5 15 28,-8 9 33,-10 7-33,-7 7 5,-7 0-11,-6 0 17,1-22 579,-1-10-462,3-21-61,2-12-28,2-13 17,4-15-39,6-12-1,8-4 1,0 10 22,23-4-11,-8 21-23,16-4 0,-10 17-44,2 15 56,-11 8-6,-4 5-6,-10 11 6,-3-1-6,6 8-22,6-1 17,7-6 0,8-8 22,8-10 0,-8-10 1,12-13 44,-7-17-17,-5-6-17,-8-3 12,-20-7-12,-10 6 101,-7-18-61,-2 19 134,-9-4-95,5 29-62,-3-1-33,5 10-12,2 2 0,-1 6-16,-5 16-40,1 9-94,0 27 77,6-19-139,13 20-113,7-20-61,15 5 62,10-11 117,9-14 118,7-23 78,-26-4 0,-1-4-187,1-5 1,-2-2 239,-1-3 1,-3-1 14,13-14 49,-17 9 1,-3 0-22,0 0 150,9-23 180,-18 29-269,-1 4-157,-5 9 340,-3 11-317,0 25-1,0 5-5,2 26 12,-1 2-223,-1-26 0,1 1 205,-2 2 1,-1-1-1,1 20-11,-2 5 12,2-37 83,2 5 45,3-27-50,7-10-28,9-13-6,9-13-11,-2 2 5,-5 7 1,-1 1 11,8-5 382,5-7-410,-3 16-22,-12 13-1,10 1 23,9 29-6,-8 1-5,12 18-12,-11-10 0,2-5 6,5-8 0,5-8 23,6-11-23,2-12 14,-20-4 0,-2-4 19,10-10-239,-15 2 1,-2-3 233,0-21-17,-2-2 20,-10 5 0,-1-2-6,-4 15 0,-1 1-8,0-8 0,0-1 67,-2 6 0,-1 4 5,-2 4 197,-3-12-124,0 33-56,-2 1-78,4 7-78,2 2 50,-1 3 468,0 0-463,0 3-5,1-3 79,0-2-62,0-6 11,2-2-23,-1-4-16,3-4 28,-1 3-6,2-8-11,-2-1 6,0 2 16,-1-15-11,0 13 6,-1-5-28,0 15-6,1 10 11,-2 7 1,4 19 5,-2 34-6,1-7-271,-2-4 0,-1 3 263,-3-10 0,0 0-628,-2 14 1,1 2 574,-2 1 0,0 0-87,1-1 0,2-1-153,3-4 1,4-2-313,7 0 1,4-4-4,9 10-375,0-29 0,4-8-3490,20-13-5344,14-13 8782,-15-1 0,-14-4 0,-25 9 0</inkml:trace>
  <inkml:trace contextRef="#ctx0" brushRef="#br0" timeOffset="30398">9261 6743 20140,'-4'0'5612,"0"0"-4828,4 0-252,69-37-190,-22 20-734,4-5 0,2 0 442,-20 14 1,-1 3 16,29-3 12,0 4-280,2 5-863,-1 4 1064,-28 1 0,-4 0 0,5 1 0,-6 2 0</inkml:trace>
  <inkml:trace contextRef="#ctx0" brushRef="#br0" timeOffset="31883">1983 8606 21277,'-45'2'622,"0"0"0,0 0 0,-8 5 0,-1 4 0,6 7-349,-1 20 1,5 6-1621,2-11 0,2 2 1245,2 9 1,8 0-399,14 7 739,9-1-476,18 4 5,11-30 1,6-5 57,5-7 1,2-3-77,2-2 1,2-3 139,4-7 0,-1-4-38,17-10-833,-27 4 1,-2-1 1221,1-6 56,-22-4-168,-28 13 850,-19 1-890,-4 7 174,-12 14 1,-3 5-391,2 2 209,17-3 0,-4 3 1,5 1-8,4 7 1,5 1-74,3-6 1,2 2-3,-1 7 0,7 1 3190,11 6-3240,19 6-88,11-22 1,9-4-205,5-4 1,2-3-144,3-1 1,4-3-2276,8-6 1,6-4-1,-6 0 2240,-8 0 1,-2-1-1,21-1 1,-8 0-1,-21-1 1</inkml:trace>
  <inkml:trace contextRef="#ctx0" brushRef="#br0" timeOffset="32224">2576 8973 15048,'2'-8'4862,"0"2"-3328,-2 6-542,0 0-1025,-53 19 27,32-1-5,-11-2 0,1 3-163,6 23-252,8-12 0,-3 1-293,-1 0 0,-1 0 501,-5 3 0,0-3 380,-21 5 257,12-16 371,2-23 78,16-17 409,3-35-465,18-7-1249,5 21 0,3 2 661,14-15-56,-6 26 1,3 2 385,23-4-537,4 6-26,-13 25 1,0 5-20,8 10-146,0 16 0,0 7-56,-15-10 1,1 2-1018,5 6 0,3 4 0,-2-2-187,5 8 1,-2 1 1433,-7-6 0,1 2 0,-5-6 0,-6-9 0,-3-2 0,12 26 0</inkml:trace>
  <inkml:trace contextRef="#ctx0" brushRef="#br0" timeOffset="32483">1239 10066 22671,'51'-15'105,"-1"1"1,1-1 0,0 0-1,-1 0 1,8-2 0,-2 1-1,1 1 1,0-1-812,-7 4 1,0 0 0,0 0 0,0 1 0,-1 0 712,7-2 0,0 1 0,-2 1 0,-2 0-5,6-1 0,-3 0 0,3 0-23,-9 3 0,2-1 0,0 1 0,-1 1-182,-1 2 0,0 0 0,-1 1 0,-2-1-113,6 0 1,-1 1-1,0 0-446,3 0 0,0 1 1,-7 2 711,-11 4 1,-6 1 0,3-2 0,-5 4-1</inkml:trace>
  <inkml:trace contextRef="#ctx0" brushRef="#br0" timeOffset="35090">5246 9434 21763,'7'-63'905,"-1"0"1,0 5 0,-2 18-1085,-5 36 45,-2 11 145,0 5 11,-6 24-22,5-5 0,1 2-17,-3 21 25,8-6 1,6-1-260,14 1 262,-2-15 1,2-3 32,13-1 152,25-13 182,-17-46 0,-1-8-249,14 10 59,-29-9 1,-1-10 0,-10 8-116,-11 8 0,-3-23-28,-4 42-56,-2 3-146,1 4-528,0 4-116,3 13-946,8 11-2118,12 8 3865,24 5 0,-18-17 0,5-5 0</inkml:trace>
  <inkml:trace contextRef="#ctx0" brushRef="#br0" timeOffset="35507">6283 9215 24995,'-25'-30'-20,"1"-1"1,-15-7 8,39 66 45,12 29-34,4 1 0,-6-28 0,2 0-6,2 1 0,0-1-56,1 1 1,-1 1-1217,1 0 0,-1 0 1110,11 25-302,-7-16-236,-11-22-885,0-4-1938,-15-13-419,-13-15 2324,-17-10 1719,0-1 955,5-1 0,1-3 3022,-6-17-3075,12 11 0,3-3-196,11 7 0,4-1 548,0-26-760,6 16 777,5 2-1063,-2 25-96,3 0-235,-4 21 101,0 16-56,-2 6-23,-4 9 0,-2 4-70,-1-6 1,0 0-48,-3 6 0,0 3-1527,-2 11 1,0-2-3267,7-20 1,1 0 3473,-2 6 0,1-3 1,4-4-1,3-24 0</inkml:trace>
  <inkml:trace contextRef="#ctx0" brushRef="#br0" timeOffset="36133">6563 9263 24032,'-10'35'134,"-1"1"1,-3 12 27,37 2 40,7-26 5,16 1-33,7-11-23,4-11-39,3-14-73,-15-2 68,8-14 162,-13-9-45,-7-4-39,-10-7-118,-20 17 73,-19-10-106,-28 13-29,6 1 6,-18 13-11,26 12-44,-19 12 60,20-4-10,-16 21-23,36-12 6,6 27 33,18-12-5,13 16-11,12-8-23,11-2-378,-21-21 1,2-2 394,3 0 0,2-4-116,8-1 1,0-4 120,-10-3 1,-1-1-6,28-3 51,-30-9 16,-19-2-22,-4-9 5,-8-5 12,-5-7-23,1 5 11,-3 0 135,6-15 612,9 11-747,12-20 263,13 20-285,20 2-28,-14 14 6,16 4-1,-23 19-33,5 11-17,-6 15-67,-5 13-313,-2 12-583,-13-25 0,1 0-1513,2 3 1,0-1-7080,9 17 9600,-1-10 0,-15-28 0,-4-6 0</inkml:trace>
  <inkml:trace contextRef="#ctx0" brushRef="#br0" timeOffset="37794">8585 9659 16432,'20'-49'1377,"0"1"1,0 0 0,-1 5 0,-2 0 0,-8 9-1126,-14 5 90,-14-8-68,-6 2-39,-12-2 6,-18 13-140,2 16-65,19 12 1,1 4-412,-17 11 397,17 1 1,1 3-18,7-2 1,1 2-12,-5 5 1,2 3-4,4-3 1,4 2-53,5 3 0,3-2 44,0 8-6,16 3 46,14-28 61,32-9-23,6-20-361,-25 5 1,-1-2 327,3-10 0,-1-3 30,-9 2 1,-1-2-99,5-8 0,-3-2 104,-4-2 1,-4-3-6,-2-11 0,-3 0-308,-5 16 0,-2 0 299,0-13 1,-2 1-154,-3-3 311,-2-5 925,-1 19-1049,-1 16 136,1 12-265,1 15 633,1 6-588,0 26-12,0-6 1,0 4-25,0 2 0,1 1 35,-1 1 0,1 1-66,6 10 0,1-4-28,5 2-146,8 2 0,6-1 59,-6-27 0,3-2-531,13 9 0,1-5 567,19-2 25,-6-20 1,0-6 104,4-7 21,-3-4 1,0-6-191,-20 1 0,-3-2 213,2 1 0,-2-2 204,5-17 1,-7-3 171,-5-18-278,-8 20 0,-7 1 25,-20-11-2888,-7 27 2776,-6 8 457,-18 11-485,17 6 315,-23 11-298,25 9 0,-6 25-50,14-2-1,5 12 152,12-21-152,14 12 3229,6-22-3206,7 5 34,16-17 510,-10-15-353,22-17-113,-26-2-11,3-10 191,-16-10-180,-7 15 1,0-16 402,-6-3-358,-2 23-83,0-11-74,-1 28 17,0 4 28,-2 14-22,2-2-17,-2 28 0,6-9 0,6 11-3364,12-12 3403,3-10-1030,14-10 0,4-5 1019,3-4-36,-3-1 1,1-4 57,16-20-14,-29 9 1,0-3-18,5-6 1,-1-4 47,-1-11 1,-5-4-24,-8 2 1,-4-2-17,-2-11 0,-4 0 11,-6 16 1,-2-1 60,-6-17 1,-2 2-524,-1 4 532,-1 8 0,-3 2 2211,-1 10-2231,0 7 2644,4 10-2767,3 22 51,3 2 5,-3 44 12,4-17-34,1 15 0,2 6-43,2-19 1,2 1-255,1 13 0,3 7 1,-1-5-779,2 2 0,1-3 806,-4-13 0,1-1 0,0-2-3985,1 7 0,0-7 3630,-2-2 0,2 3 1,-7-31-1</inkml:trace>
  <inkml:trace contextRef="#ctx0" brushRef="#br0" timeOffset="38271">9673 9234 24727,'58'-19'-69,"0"0"0,-9 7 1,1 0-1,-2 5-2193,2 8 0,-1 2 2239,8-2 1,1-2-17,2-4 0,-1-2-312,-14-2 0,0-1 368,10 0 0,-3-2 532,-18-1 1,-7-2-310,-7-11-88,-6-2-68,-20 0 72,-25 11-44,3 9 1974,-15 8-1966,13 9 1,-1 4-9,-20 15 845,15-5 1,3 1-986,-5 18-16,19-2 66,27-1 34,17-12-28,11-6 22,20-13-270,-1-13 304,-20 0 0,1-3 34,19-9 170,-21-2 1,-2-4 148,4-9-51,6-15-11,-23 17 190,-10 10-481,-5 11-67,-4 8 11,0 20 257,0-1-408,0 33-588,2 5-387,1 6 419,3-10 1,0-3 0,0-12 0,3 19-1</inkml:trace>
  <inkml:trace contextRef="#ctx0" brushRef="#br0" timeOffset="39144">5900 9875 10028,'-52'2'409,"0"-1"0,0 1 0,0 0 0,-6 1 0,1 0-327,4 0 0,-4 1 0,9 1 226,13 3 0,5-1 903,-17 4-676,9 0 1,2 0-452,5-1 363,-3 3 696,45-7 482,33-2-1009,15-1-1015,-17-4 0,10-1 1,3-1-1,-5 0 483,-5 0 0,-3 0 0,9 0-33,-2-1 0,8-1 0,6 0 1,3 0-1,0-1 0,-1 1 0,-5 0-416,-1 1 0,-3-1 0,-1 1 0,1-1 0,0 1 1,2-1 365,-1 1 1,1-1-1,1 0 1,0 1 0,2-1-1,2 0 1,1 1-155,-9 0 0,2 1 0,1 0 0,1-1 1,1 1-1,1 0 0,-1 0 0,1 0 0,-2 0 1,0 0 155,4-1 0,0 1 0,0 0 0,-1 0 0,0 0 0,1 0 0,-1 0 0,0-1 1,0 1-115,1 0 1,-1 0 0,0 0 0,1 0-1,-1 0 1,0 0 0,1 0 0,0 0 0,1 0 116,-3 0 0,2 0 0,1 0 0,0-1 0,1 1 0,-2 0 1,0 0-1,-2 0 0,-3 0 0,-2 0 6,4 0 1,-3 0 0,-2 0 0,-2 1 0,0-1 0,0 1 0,1-1-8,9 0 1,-1 0-1,0 0 1,0-1 0,0 1-1,1 1 27,-5-1 1,0 1-1,0-1 1,1 1-1,-1-1 1,-1 1-1,-2 0-94,11 0 1,-2 0-1,-1 0 1,0 1-1,-2-1-470,-3 1 0,-1 0 0,0 0 0,-2 0 0,-1 1 532,6 0 0,0 0 0,-5 1 0,-8 0 0,-5 0 0,-10 2 0,-6 2 0</inkml:trace>
  <inkml:trace contextRef="#ctx0" brushRef="#br0" timeOffset="43146">9697 11126 20190,'-8'-42'1082,"0"0"0,0 0 1,-4-18-1,3 11-533,6 27-207,0 2-274,1 10-136,1 9 34,0 11 40,1 4-6,2 37 0,-1-1-240,0-12 1,0 2 245,0-5 0,-1-1-6,1-1 0,-1 0 11,0 25-11,-1-18 89,1-6 219,-1-23 510,0 0-768,1-27 57,4-22-29,4-13-39,2-3 6,3 17 0,2 1-11,11-16-23,-7 17 0,2 0-22,16-11-45,1 14 17,3 12-23,1 10 474,4 9-474,1 10-33,2 8-62,-2 14 40,-11-4-155,-10 0 0,-1 0-742,13 15 599,-10-13 1,2-1 16,-3-7 1,1-3 92,2-3 0,2-5 92,12-5 0,1-4 180,16-5 33,-17-6 0,-1-3 140,5-15 212,3-7 175,-18-2-12,-18 2-112,-17 2-117,-10 5-113,-12 6-94,1 9 419,-13 7-380,-15 22-101,8-2-12,6 9 1,2 5-1,1 10-16,11-11 0,3 1-23,3 14 6,11-7 0,16-8 45,13-8 17,17-9 64,13-15 60,6-12-27,-12-5 94,-19-1 1,-2-3 153,-2-11-34,4-20-25,-21 14-83,-9 5-106,-3 9-65,-4 10-96,3 10-96,2 6-51,1 2 56,1 9 47,1 0-95,-1 29 6,5-3-117,5 20-313,14 2 341,-3-19-359,16 10 23,-3-28 157,10-1 235,5-16 179,0-16 112,-2-11 168,-5-11 96,-7-3 61,-10-4-213,-9 11 393,-4-9-197,-6 22-263,-1-3 50,-2 15-408,-1 5 218,2 15 0,4 4-11,5 16 11,4 1-28,2 1 33,-2-1-16,-4-10 0,-1 2 67,-6-17-17,0 2 347,-3-12-341,-1-3-17,1-4 45,1-20-34,3-2 17,5-20-39,7 5 5,8 2-22,7 9-22,4 8 5,0 11-50,0 7 28,-3 11 28,1 12-6,-3 12 28,-2 11-17,-6 6 1,-6 2 10,-6-3-16,-4-10 17,-3-9 11,0-12 44,0-7 12,5-10-17,7-9 22,8-15 6,6-9-22,2-5-34,-9 11-22,1-1-34,-14 21-6,4-1 17,0 16 0,9 10 1,14 10 16,10 8 5,8 1-5,-28-16 0,1-1-461,27 9 456,-13-8 21,19-7 18,-12-15-12,0 0 68,-5-18-28,-30 6 212,5-31-117,-13 8-73,-1-8 213,-11-1-163,-2 24 12,-7-4-141,5 20-5,1 5-22,-1 17 427,1 9-489,-1 22-235,8 15-152,8-23 1,4 0-1303,5 5 0,3-1-1353,0-8 1,3-1 2446,5 4 1,0-6 0,-4-5 0,0-2-1</inkml:trace>
  <inkml:trace contextRef="#ctx0" brushRef="#br0" timeOffset="47379">10014 12396 21181,'-13'-35'524,"0"-1"1,-4 2 0,-2 11-424,-5 24-45,-22 10-2174,13 5 1,-1 3 2129,-17 11-15,15-4 0,2 1 780,1 8-805,5 8 0,19-5 22,23-7 6,15-6 0,16-8 34,7-9-1,-2-7 51,-7-7 3444,-11-4-3254,-13-1 155,-11-1-406,-9 5-46,-15 1 12,-12 8 11,-18 9 17,-8 9-40,1 9-33,13 5 28,17-6-28,16 19 17,19-16-28,13 14-34,17-16-67,14-9 45,-22-13 0,1-3-256,3-3 1,1-2 272,1-3 0,-1-2 10,-2-4 1,-1-3 58,-3-3 1,-3-1 36,14-15 13,-18 6 0,-4-2 183,1-12 79,4-16-118,-18 21 347,-4-4-140,-4 20 11,1-3-95,-2 16 314,0 3-689,-2 3 119,1 6-18,-2 9-12,-1 13 6,0 8-22,1 5 22,1-1 22,3-5-22,2-6 28,0-10 28,2-9 78,-2-6 130,-1-3 655,-2-1-807,-1-5-28,0 2 61,-4-8-111,2 6 16,-2-5-50,3 5 11,0 0 34,1 2-45,1 1 45,0 2-11,0-3-6,-1-1 16,1-5-21,0-3-1,0-8-16,0 5-1,0-10-10,0 4 5,1-7 28,7-8-17,-2 12 39,7-5 23,-5 17-56,-1 2 28,-2 4-73,-4 5-51,3 2 68,-2 3 6,7 9 5,1 9-6,4 11-5,-2-3 28,1 27-17,-9-30 11,2 27-6,-5-30-33,-3 2 28,0-9 28,1-7 107,-1-6-57,2-4 57,1-7-63,2-7-32,5-13-7,7-25-1150,-2 12 1123,4-10 11,4 4 0,-3 12-17,7-11-12,2 18 35,-2 11-34,1 5-17,3 8 0,-2 8 0,6 7 1122,-1 9-1111,-2 8 12,-6 4-23,-3 1-6,-5-1 28,-4-5-10,-5-6 16,-3-10 16,-3-5 108,1-7-74,-1 0 34,2-11-45,1-5-28,1-6 23,4-9 0,3 6-6,6-5-40,4 5-21,3 7 5,5 4-23,11 6 18,-13 5-18,13 9-44,-16 6-3498,8 19 3514,-14-6-156,0 16-140,-10-10-157,4 6-146,4-4-2537,22-8 2985,-7-11 984,8-14 1,4-4-788,16-12 55,-24 7 0,0-2 87,-4-1 1,-5-3 265,5-9 291,0-14-257,-18 4-106,-11-6 3053,-8 16-3127,-7-3 483,-1 11-538,-9-2-124,-1 10-16,-13 18-29,6 9 18,-7 16-12,14-6-28,0 10 0,13-16-22,0 12 11,10-11-5,8 1 49,16-7 57,5-10-17,10-12 67,-1-11 124,-3-10-124,-10 2 303,-3-25-118,-15 14-196,2-7 201,-10 16-223,1 19 11,-3 1-129,2 4-90,0 2 45,0 0 0,0 12 62,1-2-45,8 34-5,3-16 10,6 12 1,9-13-12,4-12 51,0-2 5,12-8 23,-9-13 22,7-7 45,-2-18-50,-14 8 67,5-19-73,-19 25 61,8-15-61,-12 23-16,2-2-35,-7 11-27,-1 5 44,1 14 1,3 7-12,0 4-84,6 7-95,2-5-207,8 9-454,5-3 163,-3-11-4902,13-2 5596,-8-20 0,-3 2 0,-9-9 0</inkml:trace>
  <inkml:trace contextRef="#ctx0" brushRef="#br0" timeOffset="47529">12204 12284 18442,'-4'-8'4761,"1"2"-4117,3 6-526,-37-60-348,26 44-112,-10-16 1,4 11 50,16 28-2577,15 28-4486,8 0 7354,10 13 0,-10-22 0,-8-11 0</inkml:trace>
  <inkml:trace contextRef="#ctx0" brushRef="#br0" timeOffset="48179">12517 12726 27029,'12'-21'649,"0"-5"-520,-5 1-50,1-14-51,2-14-17,-2 7-548,0 1 1,1-3 547,-2 11 1,1 0-10,1-8 1,0-3 14,2-3 0,-2 3 289,-2-8-298,-2 21 0,-2 2 4,-8 5-24,-3 15-27,-4 9 17,-4 12 5,-4 12 851,4 5-840,3 7 1,1 3-1,1 27-324,3-14 1,3 1 309,7-6 0,3 0 6,2-2 0,4-2 8,6-2 1,3-4-12,2-3 1,4-4 10,4-4 0,2-4-5,1-4 0,2-2-3,-1-4 0,1-2 14,-2-4 0,-1-2 0,26-9 22,-7-9-16,-10-4 33,-10-5 0,-12 0-39,-9 0 34,-6 1-17,-3 2 654,-1 1-655,-1 5-16,0 5 28,-1 2 0,0 4-28,1 2 12,0 1-404,1 3-1692,-1 1-7747,0 7 8723,-1-4 1,2 5 0,0-7 0</inkml:trace>
  <inkml:trace contextRef="#ctx0" brushRef="#br0" timeOffset="49989">9964 14073 19809,'-1'-47'1132,"-1"-1"1,1 0 0,0-17 0,-2 13-550,-4 28-6098,2 10 5464,-1 3 1331,5 22-1224,2 42 583,1-5-641,0-8 0,0 8 1,0-3-579,0 4 1,-1 0 573,1 8 1,0 4-27,-3-12 0,0 1 0,0-5 1,-1-9 1,0-1-32,-1 27 1,-1-2 2622,-2-1-2521,-1-12-24,1-19-4,-8-41-24,0-16 40,-10-26 0,11 21 0,0-2-288,-1-6 1,0-2 276,1-3 0,0-1 5,1-3 1,1 1-18,3 12 1,0-2 25,1-16 0,2 2-15,1-1-19,5-4 1,3 0 2,6 11-9,2 5 1,8 0 22,11 12 0,3 4-20,-8 4 1,4 1-5,9 3 1,6 2 0,-3 4-19,-3 6 0,0 3 123,17 2 1,-1 4-158,-15 6 1,-4 6-62,-4 9 0,-4 4 78,4 13 28,-24-9 0,-8 2 1,-33 15 284,5-18 0,-4 0-307,-8-2 0,-2-1-107,-3-3 0,-1-2-355,4-4 0,1-3-659,6-4 1,3-3 1309,-12-4 1,22-4 0,15-6 0</inkml:trace>
  <inkml:trace contextRef="#ctx0" brushRef="#br0" timeOffset="51250">10609 13461 14421,'3'-3'5791,"0"0"-4055,-3 3-1225,16 26-209,-12 8-196,4-5 1,1 3-2127,-5 6 1,-2-1 2086,3 14 397,-2-15 0,1 0-268,-2 9-5,-5 9-29,-5-8 12,-3-13 173,1-14 302,4-11-284,4-5 3697,6-12-3905,4-4-56,8-16-68,0 2 57,22-23-45,-8 15-23,13-11 136,-17 22-170,4 7-27,-9 11 22,10 10-11,-2 11 6,3 14 5,-1 8 6,0 1 17,0-3-23,1-7-22,3-9 27,2-9 12,1-9 34,8-16-17,-16 2 50,6-20 34,-20 5 0,-1-7 50,-7 2 6,-5 9-68,-4 10-100,0 8-123,-2 5 94,1 5-4,-6 19 21,2 7 18,-1 16-7,6-3 12,11-5-11,1-12-11,30 0 11,11-16-12,-1 1 46,11-17 38,-28-7 12,2-10 22,-12-7 6,-12-7-11,-14-4-40,-12-2-39,-13 2-5,-11 6-29,-9 9 1,-3 10-56,4 9-68,13 6-33,13 8-68,13 7-133,12 11-343,11 7-677,16 7-1166,13 2 333,-16-23 0,2-2 497,2-2 0,1-3 1050,3-3 0,0-4-584,5-8 0,-2-2 2110,13-4 203,-23-3 0,-3-3 1662,-2-8-263,0-9-700,-7 0-263,-8 2-666,-4 5 3038,-5 7-3549,0 10 77,-1 4-524,0 6 72,-1 10 84,1 11 0,0 4-22,0 32 11,0-14-22,2 17 22,2-23 0,-1-14 45,3-8 72,-3-12 146,9-8-207,-3-4 17,16-17-22,0-3-1,11-10-22,1-2-17,-8 10 0,19-2-5,-12 18-6,16 0-17,-9 16 23,-3 12-3404,2 18 3398,-14-6-31,7 11 31,-19-21-17,21 10 28,-5-15 3,7-7 0,1-3-3,7-6-5,-13-1 0,-2-4 55,3-16 57,-5-8 27,0-17 23,-13-5-225,-10 0 259,-13 7 3236,-6 13-3337,-6 12-11,0 12-112,1 9 16,4 13-27,1 12 276,4 16-551,4 14-2130,12-15 0,4 1 1239,6 18-2963,5-16 1,4-2 3594,9 3 0,-5-7 0,-13-17 0</inkml:trace>
  <inkml:trace contextRef="#ctx0" brushRef="#br0" timeOffset="52924">9965 15641 11304,'30'-53'679,"-1"1"1,-2 8-1,-8 4 2704,-19-15-2884,-4 21 1358,-3-10-1533,-5 20 659,-5 11-972,-10 14 12,-11 16-18,1 4-13,5 8 0,2 2 8,0 4 1494,2 5 0,5 1-1544,10 1 0,2 14 22,22-26 33,1-12 51,25-8 17,-5-16 11,20-11 62,-6-15 139,-3-8 90,-10-5 17,-11 3-201,-10 11 577,-7 1-606,-4 17-140,-1 1-117,0 10-118,0 3 90,0 6 129,0 9-68,3 11-95,4 10-140,8 3-207,11 2-297,12-5-916,15-4 1056,-19-20 0,2-3 179,6-1 1,2-5 240,5-3 0,1-5 204,-10 2 1,1-5 170,17-10 1,-2-7-187,-21 5 0,-2-3 530,12-9 1,-4-3 17,-16 3 0,-7 0-192,-5 0 0,-4 0 239,-8-25-190,-17 11-129,-17 12 39,-23 17-202,14 11-16,-18 18-28,24 13-17,-7 14-11,8 9 16,9 2 424,11-3-429,8-8 770,13-9-636,15-12-33,-2-9 318,13-8-173,-10-12-21,5-5 44,3-11-213,-10 9 28,3-5-40,-11 13-49,0 0-12,-5 5 17,0 3 0,8 26 0,1 9 3,-3-4 0,-1 4-444,-4 1 1,-2 2 437,-1 3 0,-3 3-28,-5 5 1,-3 1-35,-4 6 1,-4 1-7,1-15 0,-1 0 0,-2-1 24,-2 1 0,0-1 1,-1-2 51,-9 13 1,-1-5 39,4-10 0,0-9 112,-12-12-152,18-22 12,11-39 5,26-11-28,-1 16 1,4-3-519,10-6 0,4 0 529,-7 14 1,2 0 0,1 1-162,3-2 1,0 1-1,2 0 165,0 1 1,1 1-1,-1 1-15,0 1 1,0 0-1,-1 1 8,-1 1 0,-2 1 0,0 0 9,12-10 0,-2 1-55,-6 4 0,-3 2 164,-5 3 1,-4 3-20,2-6 55,-15 7-88,-22 18 941,-6 1-986,-3 4 1398,-15 11-1398,12 9-34,-11 16-6,14 11-1594,12-9 0,3 1 1555,2 15-129,6-12 0,5 0-2209,12-6 1,3-3-727,-4-4 1,1-1 3119,13 7 0,-1-6 0,-8-11 0,-1-1 0</inkml:trace>
  <inkml:trace contextRef="#ctx0" brushRef="#br0" timeOffset="54489">9672 17321 11362,'0'-9'3660,"0"-26"1,0-5-3296,0 16-209,-1-14 1,2 1 504,2 17-342,-1 6 437,4-11-554,-3 15-163,1-1 45,-2 27 28,-2 21-93,1-6 1,-2 5-376,-1 6 1,0 3 324,-1 3 1,0 0-7,-1 0 1,0-1-26,1-3 1,1-3-29,1-3 0,2-1-80,2-5 0,0-1 114,3 18 168,0-15 280,-3-16-17,-3-11-235,-7-15 589,-8-9-639,-10-16 11,-7-14-173,16 19 1,2-3 132,2-3 1,1-2-12,3-3 1,2 0-9,2-4 0,2 1 8,3-1 1,2 0-4,1 0 1,3 2-6,3 1 0,2 2-20,2 2 1,3 1-12,2 3 0,3 3 0,2 1 1,1 4-21,3 3 1,1 4-4,1 3 1,1 5-39,30 1-255,-5 20 182,-10 15 28,-12 15 72,-16-5-2,-18-5 0,-7 0 14,-24 17 13,5-13 1,-6-1-11,-4-6 0,-3-4 2,0-1 0,0-4-42,4-3 1,1-4-760,-16 3-2453,24-15-744,21-6 3211,14-8 0,-1 6 0,2-1 0</inkml:trace>
  <inkml:trace contextRef="#ctx0" brushRef="#br0" timeOffset="55181">10609 16960 13189,'0'-7'7203,"-1"2"-6677,1 5-117,-61-7-68,27 16-207,-10-5 1,-2 4-248,18 9 0,3 3 169,-3 1 0,0 2-25,1 0 0,1 1 10,3 1 1,3-1-59,-5 13 6,11-6 11,16-9 23,7-9 72,9 1 95,11-7 362,10-9-328,10-13 45,4-10 112,-3-8 145,-9-4 17,-13 1-100,-11 1-79,-6 3 12,-5-1-304,-4 12 29,1 1-50,-3 16-79,0 1-96,0 3 52,-1 6 49,0 10-10,-2 11 49,0 18 101,1-4-1,3-4-22,6-8-31,6-11-77,10 0 52,11-8 72,9-12-1693,-13-7 0,0-3 1733,12-9-34,-14 3 0,-4-2 203,-2-12 5,-1-11-30,-11-14-220,-5 17 51,-7-13-132,-1 26-47,-2-2-37,-1 11-137,3 9 3396,0 6-3264,3 3-49,1 5 134,4 1 22,11 14-56,24 15-42,-10-10 0,2-1 39,-4-1 1,-1-2-20,1 0 0,-3-1-101,0 3-454,-3 27-263,-22-2-269,-8-12 1,-5 1-3763,-9-7 1,-4-2 4363,-18 12 0,13-15 0,22-19 0</inkml:trace>
  <inkml:trace contextRef="#ctx0" brushRef="#br0" timeOffset="55683">11583 16704 24951,'-40'2'-17,"-1"0"0,2 3 0,10 3 12,20 7-7,1 13 18,8 8-12,3-6 29,21 25-18,3-19-21,8 7-7,-9-17 1,0 0-17,10 9-12,8 7-240,-13 2 45,-21-14 72,-3 6-448,-23-8-1551,-25-12 879,5-4-2626,-26-14-5462,10-26 8463,5-13-777,25 10 0,5-2 1696,4-17 1759,14 18 0,4-2 4760,12-25-3377,2 3-1064,1 7-543,-11 27-622,-5 12-594,-3 6-297,-14 26-5,-4 9 0,-6 13-9,7-14 1,0 1 2438,-8 26-2716,10-19 0,1 2-840,4-1 0,2 1 1109,3 2 0,2-2 0,1 4 0,3-6 0</inkml:trace>
  <inkml:trace contextRef="#ctx0" brushRef="#br0" timeOffset="56282">12202 16785 23517,'-45'21'87,"-1"0"1,4-1 0,8 2-54,13 18-40,9-9 40,6 14-34,8-23 22,13 21 1,6-24 16,14 4-6,3-14-33,-5-5 28,13-9 135,0-11-34,0-7 50,2-9 45,-17-3-79,-10 7 231,-3-5 218,-11 13-415,-2 4-229,-4 8 5,-5 12 45,0 2-11,-9 19-40,6 4 46,-1 1-18,13 0 1,10-14 22,3-1-6,25-4-11,-6-7 34,19-7-11,-19-4 111,10-17-61,-27 9 73,9-18 90,-21-3-102,-4-3-50,-7-6-44,-6 14-57,-4 7-61,-2 9-448,2 7 268,5 5-487,4 8 219,5 0-2191,15 15 1144,-2-8 1590,39 16 0,-36-21 0,17 7 0</inkml:trace>
  <inkml:trace contextRef="#ctx0" brushRef="#br0" timeOffset="56658">13188 16810 25606,'-41'-8'11,"-1"1"1,4 2-1,6 7-39,10 22-34,1 19 34,13-12-22,4 12 33,17-11 6,5-10-6,35 0 45,-7-13 0,-13-3 0,-1-3 34,9-5 229,-5-11 6,-21-3-51,0-12-167,-12 7 105,-13-18-88,-4 8-63,-10-16-16,1 10-28,6 10-213,2 2-459,10 17-175,0-1-105,9 14-471,6 4-627,9 6-2280,8 2-78,-2-4 3571,3 1 0,-21-11 0,-2 0 0</inkml:trace>
  <inkml:trace contextRef="#ctx0" brushRef="#br0" timeOffset="57015">13480 16789 26749,'1'-38'64,"-1"0"1,1-23-127,-1 61-50,0 2 90,1 2 10,10 18-4,3 5-35,11 18-50,1 0-33,0 2 50,-4-11-330,7 13 117,-12-18-3426,3 19 3667,-13-25 11,-17 7 56,-11-19 174,-11-2 118,-2-14 22,6-15-90,10-16-101,14-14-100,10 6-23,11 8 0,6 1 2886,25-9-3051,-10 13 0,3 3-197,-1 9 1,1 4-846,12 1 1,1 2 492,-18 4 0,1 2-2865,14 0 0,-3 1 3568,0 3 0,-8-1 0,-20 2 0</inkml:trace>
  <inkml:trace contextRef="#ctx0" brushRef="#br0" timeOffset="57466">14360 16836 26357,'1'-39'78,"-13"5"-50,-30 29-39,-9 2 11,-4 8 0,-1 5-50,1 9-12,2 5-374,7 5 330,11 1 44,20 7 85,26-9 74,11-2-86,33-13-22,3-9 19,-20-5 1,2-4-214,-2-2 0,-1-3 266,-3-3 1,-2-4 67,-4-3 0,-3-2 25,-4-4 0,-2-2-9,-2-4 1,-2-3-20,-1-5 0,-1-3 67,2-16 0,-1-2-14,-2-1 1,-1 2-116,-2 8 0,-1 3-11,-3 9 1,-2 6 108,-1 7-78,-4 10-117,0 5 232,-5 18-204,-6 20-6,-2 7-43,1 12 1,2 7-112,5-10 0,1 6-933,3 7 0,-1 9 0,2 3 1,0-9-1770,1-13 0,1-5 1,0 4 2866,0 9 0,1 6 0,1-3 0,-2-14 0,0 2 0,0-2 0</inkml:trace>
  <inkml:trace contextRef="#ctx0" brushRef="#br0" timeOffset="65483">5527 6651 10709,'-43'-37'188,"0"-1"1,1 0 0,-1 1 0,0-1 0,0 0 0,4 3 0,-2-5-202,1 0 1,-4-6 0,0-1 0,3 1-1,7 4-371,6 3 0,6 2 0,0-2 335,-2-2 0,-2-4 0,2 0 0,4 3-10,-5-13 0,6-1-33,4 1 1,3-5 0,2 1-527,3 5 0,2 0 0,1 1 631,-2-1 0,1 1 0,0-2 28,3-5 0,0-2 0,1 5 334,0-1 0,1 2-289,-1 10 0,0-1 0,0 0 11,0 2 0,-1 0 0,1 3-27,-2-8 0,0 1 38,0 4 1,-2-2-1,0 2-69,-1 1 1,1-1-240,-3-15 1,2-1-56,2 18 0,0 5 1,1-5-1,3 14 1</inkml:trace>
  <inkml:trace contextRef="#ctx0" brushRef="#br0" timeOffset="69683">14792 10445 16251,'-50'-32'1330,"1"1"1,8 7 0,9 3-1188,14 3-586,16 12 31,11-2 1806,15 0-873,10 0 1,6 1-200,3 0 0,2 2-843,18-2 1,1 2 730,-18 2 1,-1 2-60,11 2 1,-1 2-4,-12 1 1,-1 3-27,-1 0 1,3 1-1,-2 2-518,9 5 1,0 1 35,7 5 0,-3 1-293,-20-5 1,-2 0 310,7 6 1,-3 2 84,-8-5 1,-1 2 87,14 14 1,0 3 11,-8-5 1,0 2-472,4 9 1,0 3 506,-5-3 0,-3 0-50,-6-7 1,0 1 91,-4-3 0,0 3 0,-1-1-6,4 15 1,-1 5 79,-6-13 0,0 5 0,1 3 1,-2-2 23,-1-3 0,-2 1 1,0 0-1,-1 0-107,1 0 0,-1-1 1,0 2-1,-1 0 132,-1 4 0,-2 2 0,1 0 0,-2-2 28,0-5 0,-1-2 0,-1 1 0,2 4 16,-1 6 0,1 6 0,0 1 0,0 0 0,0-2-430,-1-6 1,0-1-1,0-1 1,0 0-1,0 0 366,0-2 1,-1-2 0,1 1 0,-1 1 0,1 4 2,-1-5 0,1 4 0,0 1 0,-1 2 0,1-2 0,-1-2 1,0-3-261,1 1 0,-2-4 0,1-1 1,-1 2-1,1 4 229,0 1 1,0 4 0,1 3 0,-1 1-1,0 0 1,0-3 0,-1-3-152,0 7 0,0-2 0,0-2 1,0-2-1,-1-1 128,0 3 0,0-2 0,0-1 0,0 2-27,-1-3 1,0 1 0,0 1 0,-1 0 0,1-4 47,-1 3 0,0-2 0,0-1 0,0 0-9,0 0 1,-1-1-1,1 1 1,-2 1 0,1 4 1,-1 1 0,-1 1-1,-2-2-20,-1-4 1,-2 0 0,0-1 0,0-2-3,0 7 0,1-1 1,-4 3 13,-2-7 1,-2 4 0,-2 1 0,0-3 0,3-10 328,-4 5 1,-1-3-342,1-5 1,-4 7-1,-1-3 1,3-9-51,2-9 0,-1-5-493,-11 12 0,-4-2 577,4-13 0,2-3 0,-11 10 0,4-11 0</inkml:trace>
  <inkml:trace contextRef="#ctx0" brushRef="#br0" timeOffset="70373">17349 12588 18049,'33'-23'680,"-7"8"1,5-2-547,14-2 1,8-2-1,1 0-802,-4 1 0,1 0 0,2-2 742,-5 3 1,3-1-1,1 0 1,-3 0-955,11-4 0,-3 1 0,-1 0 921,-11 5 0,-1 0 0,-1-1 26,6-3 1,-1-2 0,-3 0 257,3-3 1,-2-2-194,6-4 1,-4-3 98,-10 1 0,-8 0 19,-2-17 437,-23 8-779,-41 11-34,-18 11 193,4 8 0,-3 0 1135,-2 2 0,1 0-1130,7 3 1,4 1 446,7 0 0,6 1-337,6-1 64,11 3-467,4 1 99,15 2 0,13 4-30,7 0 9,27 8 48,-23-2 1,2 1 383,10 5 1,0 2-326,2 3 0,-1 4-52,-4 3 1,-2 5-154,-5 2 1,-4 3-371,-5 4 1,-5 2-1880,-5 2 0,-4 0 2490,-4-4 0,-1-3 0,-3 12 0,-2-23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02E90-D1CE-4880-2E50-C00762C76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E0D54-E31C-3FA9-C026-A910F7F46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3FDFF-65D5-274F-2EF5-2BB7852AB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CE7D-DFE4-A347-A75C-FE19886F6013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B555A-B209-9783-0435-4E09B6063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DE9A-2102-20DB-C6EB-9270848F4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09B4-FBA1-D241-9F60-CB8555ACB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80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DCE9D-72F9-4F96-75E5-51B114F7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D8055-797E-992C-F2A8-F9F280748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D1072-6793-E908-0372-16EE33598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CE7D-DFE4-A347-A75C-FE19886F6013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9DCB7-88D2-3092-9FB0-388FF0601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6AF64-CD32-E920-06FC-2E0205FA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09B4-FBA1-D241-9F60-CB8555ACB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98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61F6-274B-6F2E-8B5A-7BE78496D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39A06-9B6F-2F38-C18A-457ADBF57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CE48A-EBFC-E3F8-2414-DE470E74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CE7D-DFE4-A347-A75C-FE19886F6013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78E26-B871-0BD7-3015-58698416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41802-6BE3-69EC-C7DC-9B256B9A8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09B4-FBA1-D241-9F60-CB8555ACB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23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B8D0-8E55-D3FD-0F2F-334DFD9E7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4D20F-7E47-42EE-C0B9-028F7B9D2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6B596-F9EE-5AD7-867B-625BB43ED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1920C-68E6-0437-3C57-D1403BD5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CE7D-DFE4-A347-A75C-FE19886F6013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B8A98-0153-4708-D694-A1684931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53761-304A-894A-466E-5E2C6C69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09B4-FBA1-D241-9F60-CB8555ACB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9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C941-F2AE-4F7D-BB06-64B0BD8B5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0A5E5-6EF5-F6C4-C2A8-653E2C1A0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6D8D0-E73C-925E-E670-AF209FFE9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805E3-2324-9EE8-9780-C3F87728B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9243A-69CB-4DDA-EB98-D475937D7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AE2D24-DBFD-B500-754F-271AA60AC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CE7D-DFE4-A347-A75C-FE19886F6013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FA108-4367-AD7A-3B3A-10617262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3DF85-D38E-D284-2793-18E6DE64E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09B4-FBA1-D241-9F60-CB8555ACB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52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A41BF-6C25-57D2-6C12-F0CF385C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9A4C53-7FF7-3B48-99B3-28B044FC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CE7D-DFE4-A347-A75C-FE19886F6013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76CA8E-5DF2-763F-08C9-A6094D2A4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F3726-88E5-A780-551B-EDBB41BF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09B4-FBA1-D241-9F60-CB8555ACB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99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427FEE-B955-0774-AD64-26B7E541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CE7D-DFE4-A347-A75C-FE19886F6013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A2171-688F-B205-F6FF-4F1367E1E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6496C-FAE1-9F06-0ED6-D6D1EC57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09B4-FBA1-D241-9F60-CB8555ACB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94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DF70B-8B57-DD9D-278C-352EF6384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4FF37-D4CB-BF29-DAB0-6DCC335F8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44D25-9A30-9474-AEF7-F5DD886A9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90E73-7D5B-2FFB-1710-D9085322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CE7D-DFE4-A347-A75C-FE19886F6013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C15D-BDC8-3E90-71EC-860C575AC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87C40-E3B1-30F8-E649-01AFF52B3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09B4-FBA1-D241-9F60-CB8555ACB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3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C16A-66C1-0B51-23EC-BB87A15F8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48EEFB-BCB4-6707-A8B7-62C5D6023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ADB4F-DF10-27BC-A1BE-E377C7080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E53F2-A40F-6FC9-3610-BE683067D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CE7D-DFE4-A347-A75C-FE19886F6013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5B61F-3954-0DAF-55DD-9843EB14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9D123-5951-CC1E-860C-12154C73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09B4-FBA1-D241-9F60-CB8555ACB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A195-070B-8F45-2A81-3773706F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CF56B-B683-1621-7FA8-5E8CF9EE0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5597A-17E2-E1F0-D61C-CD9BF2C26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CE7D-DFE4-A347-A75C-FE19886F6013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7039B-86AC-9849-7DBD-53EC67AF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50808-82FC-3DA3-048C-5E668D68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09B4-FBA1-D241-9F60-CB8555ACB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3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03936-7AFE-E5AB-6AC5-046BCFC17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0E569-48DE-801F-EF7D-9B79D3517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AC65B-614B-0DEB-213C-91F90F674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CE7D-DFE4-A347-A75C-FE19886F6013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AA5A4-4D7A-824A-7C9E-7641E11C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7A2B4-F83E-D656-8B74-2C738B9B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A09B4-FBA1-D241-9F60-CB8555ACB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4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E28502-4C82-5F94-75A2-98B4C4B79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39C3F-D5E1-1908-119A-3F5CCB2F5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CAFB0-6D57-F1F2-E23C-AD173729E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5CE7D-DFE4-A347-A75C-FE19886F6013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F1958-F131-1CFA-65D9-D7ABDAD7F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30696-A2A9-9C3F-721F-D51963F4D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A09B4-FBA1-D241-9F60-CB8555ACB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60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FEEBF9-D113-E7A6-5787-C0755FDB1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82AD723-A2A0-E6C4-9CC8-7DFE8BD8FBB2}"/>
                  </a:ext>
                </a:extLst>
              </p14:cNvPr>
              <p14:cNvContentPartPr/>
              <p14:nvPr/>
            </p14:nvContentPartPr>
            <p14:xfrm>
              <a:off x="671400" y="1959120"/>
              <a:ext cx="1968480" cy="652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82AD723-A2A0-E6C4-9CC8-7DFE8BD8FB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2040" y="1949760"/>
                <a:ext cx="1987200" cy="67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6687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22F48C-D126-C88F-7FBE-F6C88947A1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DE3E2F-03E8-7C0B-A6CE-B58AD5DB4230}"/>
                  </a:ext>
                </a:extLst>
              </p14:cNvPr>
              <p14:cNvContentPartPr/>
              <p14:nvPr/>
            </p14:nvContentPartPr>
            <p14:xfrm>
              <a:off x="532440" y="599760"/>
              <a:ext cx="7702920" cy="4957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DE3E2F-03E8-7C0B-A6CE-B58AD5DB42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080" y="590400"/>
                <a:ext cx="7721640" cy="497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6580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A4DF1-9705-2AA2-720C-6BB978071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CD90D1-5283-3EE9-C040-96F64FC11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39434D-3464-3EF9-9A93-2979BB3E63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42865A1-4CFF-4243-1C94-5091A5FD9706}"/>
                  </a:ext>
                </a:extLst>
              </p14:cNvPr>
              <p14:cNvContentPartPr/>
              <p14:nvPr/>
            </p14:nvContentPartPr>
            <p14:xfrm>
              <a:off x="384840" y="662400"/>
              <a:ext cx="11727000" cy="5410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42865A1-4CFF-4243-1C94-5091A5FD97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480" y="653040"/>
                <a:ext cx="11745720" cy="542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096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6FD6DE-A64E-ABF3-B2D7-E46D2FEC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7493B0-EB10-716E-6ED0-3654BDB22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01557A-912C-2496-C91A-4936FE1952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2B5B165-07B6-F22E-3F28-A63A6DE4F916}"/>
                  </a:ext>
                </a:extLst>
              </p14:cNvPr>
              <p14:cNvContentPartPr/>
              <p14:nvPr/>
            </p14:nvContentPartPr>
            <p14:xfrm>
              <a:off x="187560" y="699480"/>
              <a:ext cx="11999520" cy="5155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2B5B165-07B6-F22E-3F28-A63A6DE4F9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200" y="690120"/>
                <a:ext cx="12018240" cy="517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04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8E1771-E6FF-98E2-3E3E-7262AD15E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1B7702-4255-6DBA-7FEB-3D00F7948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EA8950-E874-FA8C-5994-8585480F7E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079FB33-EC85-1038-7594-72C21BA65391}"/>
                  </a:ext>
                </a:extLst>
              </p14:cNvPr>
              <p14:cNvContentPartPr/>
              <p14:nvPr/>
            </p14:nvContentPartPr>
            <p14:xfrm>
              <a:off x="419400" y="599760"/>
              <a:ext cx="11471760" cy="5203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079FB33-EC85-1038-7594-72C21BA653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0040" y="590400"/>
                <a:ext cx="11490480" cy="522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2854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04BF1-2F24-3ACA-7857-83CFFAC5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16B12F-EFAA-2B2F-5879-A6BF1215C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10AD6C-2A5E-2B8A-575D-56A227DFCA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7DD575-3EBF-2130-8035-108A38E91F4B}"/>
                  </a:ext>
                </a:extLst>
              </p14:cNvPr>
              <p14:cNvContentPartPr/>
              <p14:nvPr/>
            </p14:nvContentPartPr>
            <p14:xfrm>
              <a:off x="449640" y="604800"/>
              <a:ext cx="10787040" cy="2517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7DD575-3EBF-2130-8035-108A38E91F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280" y="595440"/>
                <a:ext cx="10805760" cy="253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1179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28C5B-FB46-47A0-58A0-A593BE21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1ED9EA-8BF9-63F8-B78E-D8C01CF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1C4DF6-F745-1C77-19A6-F7800140F9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F66C5E3-E0F9-37ED-8375-AA12774819EB}"/>
                  </a:ext>
                </a:extLst>
              </p14:cNvPr>
              <p14:cNvContentPartPr/>
              <p14:nvPr/>
            </p14:nvContentPartPr>
            <p14:xfrm>
              <a:off x="184320" y="686160"/>
              <a:ext cx="10413360" cy="5717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F66C5E3-E0F9-37ED-8375-AA12774819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960" y="676800"/>
                <a:ext cx="10432080" cy="573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4546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2026-02-01T13:30:28Z</dcterms:created>
  <dcterms:modified xsi:type="dcterms:W3CDTF">2026-02-01T15:29:18Z</dcterms:modified>
</cp:coreProperties>
</file>